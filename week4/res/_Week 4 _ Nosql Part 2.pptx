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4" r:id="rId5"/>
    <p:sldMasterId id="2147483665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</p:sldIdLst>
  <p:sldSz cy="5143500" cx="9144000"/>
  <p:notesSz cx="6858000" cy="9144000"/>
  <p:embeddedFontLst>
    <p:embeddedFont>
      <p:font typeface="Roboto"/>
      <p:regular r:id="rId30"/>
      <p:bold r:id="rId31"/>
      <p:italic r:id="rId32"/>
      <p:boldItalic r:id="rId3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AC174FE2-F8DC-46B1-AF36-29426F4E2EE1}">
  <a:tblStyle styleId="{AC174FE2-F8DC-46B1-AF36-29426F4E2EE1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29" Type="http://schemas.openxmlformats.org/officeDocument/2006/relationships/slide" Target="slides/slide2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font" Target="fonts/Roboto-bold.fntdata"/><Relationship Id="rId30" Type="http://schemas.openxmlformats.org/officeDocument/2006/relationships/font" Target="fonts/Roboto-regular.fntdata"/><Relationship Id="rId11" Type="http://schemas.openxmlformats.org/officeDocument/2006/relationships/slide" Target="slides/slide4.xml"/><Relationship Id="rId33" Type="http://schemas.openxmlformats.org/officeDocument/2006/relationships/font" Target="fonts/Roboto-boldItalic.fntdata"/><Relationship Id="rId10" Type="http://schemas.openxmlformats.org/officeDocument/2006/relationships/slide" Target="slides/slide3.xml"/><Relationship Id="rId32" Type="http://schemas.openxmlformats.org/officeDocument/2006/relationships/font" Target="fonts/Roboto-italic.fntdata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26bafb43dad_1_47:notes"/>
          <p:cNvSpPr txBox="1"/>
          <p:nvPr>
            <p:ph idx="1" type="body"/>
          </p:nvPr>
        </p:nvSpPr>
        <p:spPr>
          <a:xfrm>
            <a:off x="685800" y="4343378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g26bafb43dad_1_47:notes"/>
          <p:cNvSpPr/>
          <p:nvPr>
            <p:ph idx="2" type="sldImg"/>
          </p:nvPr>
        </p:nvSpPr>
        <p:spPr>
          <a:xfrm>
            <a:off x="1143225" y="685778"/>
            <a:ext cx="4572225" cy="342897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26bafb43dad_1_62:notes"/>
          <p:cNvSpPr txBox="1"/>
          <p:nvPr>
            <p:ph idx="1" type="body"/>
          </p:nvPr>
        </p:nvSpPr>
        <p:spPr>
          <a:xfrm>
            <a:off x="685800" y="4343378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g26bafb43dad_1_62:notes"/>
          <p:cNvSpPr/>
          <p:nvPr>
            <p:ph idx="2" type="sldImg"/>
          </p:nvPr>
        </p:nvSpPr>
        <p:spPr>
          <a:xfrm>
            <a:off x="1143225" y="685778"/>
            <a:ext cx="4572225" cy="342897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26bafb43dad_1_74:notes"/>
          <p:cNvSpPr txBox="1"/>
          <p:nvPr>
            <p:ph idx="1" type="body"/>
          </p:nvPr>
        </p:nvSpPr>
        <p:spPr>
          <a:xfrm>
            <a:off x="685800" y="4343378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g26bafb43dad_1_74:notes"/>
          <p:cNvSpPr/>
          <p:nvPr>
            <p:ph idx="2" type="sldImg"/>
          </p:nvPr>
        </p:nvSpPr>
        <p:spPr>
          <a:xfrm>
            <a:off x="1143225" y="685778"/>
            <a:ext cx="4572225" cy="342897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6bafb43dad_1_94:notes"/>
          <p:cNvSpPr txBox="1"/>
          <p:nvPr>
            <p:ph idx="1" type="body"/>
          </p:nvPr>
        </p:nvSpPr>
        <p:spPr>
          <a:xfrm>
            <a:off x="685800" y="4343378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g26bafb43dad_1_94:notes"/>
          <p:cNvSpPr/>
          <p:nvPr>
            <p:ph idx="2" type="sldImg"/>
          </p:nvPr>
        </p:nvSpPr>
        <p:spPr>
          <a:xfrm>
            <a:off x="1143225" y="685778"/>
            <a:ext cx="4572225" cy="342897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26bafb43dad_1_81:notes"/>
          <p:cNvSpPr txBox="1"/>
          <p:nvPr>
            <p:ph idx="1" type="body"/>
          </p:nvPr>
        </p:nvSpPr>
        <p:spPr>
          <a:xfrm>
            <a:off x="685800" y="4343378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g26bafb43dad_1_81:notes"/>
          <p:cNvSpPr/>
          <p:nvPr>
            <p:ph idx="2" type="sldImg"/>
          </p:nvPr>
        </p:nvSpPr>
        <p:spPr>
          <a:xfrm>
            <a:off x="1143225" y="685778"/>
            <a:ext cx="4572225" cy="342897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26bafb43dad_1_87:notes"/>
          <p:cNvSpPr txBox="1"/>
          <p:nvPr>
            <p:ph idx="1" type="body"/>
          </p:nvPr>
        </p:nvSpPr>
        <p:spPr>
          <a:xfrm>
            <a:off x="685800" y="4343378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g26bafb43dad_1_87:notes"/>
          <p:cNvSpPr/>
          <p:nvPr>
            <p:ph idx="2" type="sldImg"/>
          </p:nvPr>
        </p:nvSpPr>
        <p:spPr>
          <a:xfrm>
            <a:off x="1143225" y="685778"/>
            <a:ext cx="4572225" cy="342897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26bafb43dad_1_100:notes"/>
          <p:cNvSpPr txBox="1"/>
          <p:nvPr>
            <p:ph idx="1" type="body"/>
          </p:nvPr>
        </p:nvSpPr>
        <p:spPr>
          <a:xfrm>
            <a:off x="685800" y="4343378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g26bafb43dad_1_100:notes"/>
          <p:cNvSpPr/>
          <p:nvPr>
            <p:ph idx="2" type="sldImg"/>
          </p:nvPr>
        </p:nvSpPr>
        <p:spPr>
          <a:xfrm>
            <a:off x="1143225" y="685778"/>
            <a:ext cx="4572225" cy="342897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26bafb43dad_1_134:notes"/>
          <p:cNvSpPr txBox="1"/>
          <p:nvPr>
            <p:ph idx="1" type="body"/>
          </p:nvPr>
        </p:nvSpPr>
        <p:spPr>
          <a:xfrm>
            <a:off x="685800" y="4343378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g26bafb43dad_1_134:notes"/>
          <p:cNvSpPr/>
          <p:nvPr>
            <p:ph idx="2" type="sldImg"/>
          </p:nvPr>
        </p:nvSpPr>
        <p:spPr>
          <a:xfrm>
            <a:off x="1143225" y="685778"/>
            <a:ext cx="4572225" cy="342897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26bafb43dad_1_139:notes"/>
          <p:cNvSpPr txBox="1"/>
          <p:nvPr>
            <p:ph idx="1" type="body"/>
          </p:nvPr>
        </p:nvSpPr>
        <p:spPr>
          <a:xfrm>
            <a:off x="685800" y="4343378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g26bafb43dad_1_139:notes"/>
          <p:cNvSpPr/>
          <p:nvPr>
            <p:ph idx="2" type="sldImg"/>
          </p:nvPr>
        </p:nvSpPr>
        <p:spPr>
          <a:xfrm>
            <a:off x="1143225" y="685778"/>
            <a:ext cx="4572225" cy="342897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26bafb43dad_1_153:notes"/>
          <p:cNvSpPr txBox="1"/>
          <p:nvPr>
            <p:ph idx="1" type="body"/>
          </p:nvPr>
        </p:nvSpPr>
        <p:spPr>
          <a:xfrm>
            <a:off x="685800" y="4343378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g26bafb43dad_1_153:notes"/>
          <p:cNvSpPr/>
          <p:nvPr>
            <p:ph idx="2" type="sldImg"/>
          </p:nvPr>
        </p:nvSpPr>
        <p:spPr>
          <a:xfrm>
            <a:off x="1143225" y="685778"/>
            <a:ext cx="4572225" cy="342897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26bafb43dad_1_159:notes"/>
          <p:cNvSpPr txBox="1"/>
          <p:nvPr>
            <p:ph idx="1" type="body"/>
          </p:nvPr>
        </p:nvSpPr>
        <p:spPr>
          <a:xfrm>
            <a:off x="685800" y="4343378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g26bafb43dad_1_159:notes"/>
          <p:cNvSpPr/>
          <p:nvPr>
            <p:ph idx="2" type="sldImg"/>
          </p:nvPr>
        </p:nvSpPr>
        <p:spPr>
          <a:xfrm>
            <a:off x="1143225" y="685778"/>
            <a:ext cx="4572225" cy="342897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26bafb43dad_1_167:notes"/>
          <p:cNvSpPr txBox="1"/>
          <p:nvPr>
            <p:ph idx="1" type="body"/>
          </p:nvPr>
        </p:nvSpPr>
        <p:spPr>
          <a:xfrm>
            <a:off x="685800" y="4343378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g26bafb43dad_1_167:notes"/>
          <p:cNvSpPr/>
          <p:nvPr>
            <p:ph idx="2" type="sldImg"/>
          </p:nvPr>
        </p:nvSpPr>
        <p:spPr>
          <a:xfrm>
            <a:off x="1143225" y="685778"/>
            <a:ext cx="4572225" cy="342897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26bafb43dad_1_179:notes"/>
          <p:cNvSpPr txBox="1"/>
          <p:nvPr>
            <p:ph idx="1" type="body"/>
          </p:nvPr>
        </p:nvSpPr>
        <p:spPr>
          <a:xfrm>
            <a:off x="685800" y="4343378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g26bafb43dad_1_179:notes"/>
          <p:cNvSpPr/>
          <p:nvPr>
            <p:ph idx="2" type="sldImg"/>
          </p:nvPr>
        </p:nvSpPr>
        <p:spPr>
          <a:xfrm>
            <a:off x="1143225" y="685778"/>
            <a:ext cx="4572225" cy="342897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26bafb43dad_1_187:notes"/>
          <p:cNvSpPr txBox="1"/>
          <p:nvPr>
            <p:ph idx="1" type="body"/>
          </p:nvPr>
        </p:nvSpPr>
        <p:spPr>
          <a:xfrm>
            <a:off x="685800" y="4343378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g26bafb43dad_1_187:notes"/>
          <p:cNvSpPr/>
          <p:nvPr>
            <p:ph idx="2" type="sldImg"/>
          </p:nvPr>
        </p:nvSpPr>
        <p:spPr>
          <a:xfrm>
            <a:off x="1143225" y="685778"/>
            <a:ext cx="4572225" cy="342897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26bafb43dad_1_193:notes"/>
          <p:cNvSpPr txBox="1"/>
          <p:nvPr>
            <p:ph idx="1" type="body"/>
          </p:nvPr>
        </p:nvSpPr>
        <p:spPr>
          <a:xfrm>
            <a:off x="685800" y="4343378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g26bafb43dad_1_193:notes"/>
          <p:cNvSpPr/>
          <p:nvPr>
            <p:ph idx="2" type="sldImg"/>
          </p:nvPr>
        </p:nvSpPr>
        <p:spPr>
          <a:xfrm>
            <a:off x="1143225" y="685778"/>
            <a:ext cx="4572225" cy="342897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26bafb43dad_1_199:notes"/>
          <p:cNvSpPr txBox="1"/>
          <p:nvPr>
            <p:ph idx="1" type="body"/>
          </p:nvPr>
        </p:nvSpPr>
        <p:spPr>
          <a:xfrm>
            <a:off x="685800" y="4343378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g26bafb43dad_1_199:notes"/>
          <p:cNvSpPr/>
          <p:nvPr>
            <p:ph idx="2" type="sldImg"/>
          </p:nvPr>
        </p:nvSpPr>
        <p:spPr>
          <a:xfrm>
            <a:off x="1143225" y="685778"/>
            <a:ext cx="4572225" cy="342897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26bafb43dad_1_215:notes"/>
          <p:cNvSpPr txBox="1"/>
          <p:nvPr>
            <p:ph idx="1" type="body"/>
          </p:nvPr>
        </p:nvSpPr>
        <p:spPr>
          <a:xfrm>
            <a:off x="685800" y="4343378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g26bafb43dad_1_215:notes"/>
          <p:cNvSpPr/>
          <p:nvPr>
            <p:ph idx="2" type="sldImg"/>
          </p:nvPr>
        </p:nvSpPr>
        <p:spPr>
          <a:xfrm>
            <a:off x="1143225" y="685778"/>
            <a:ext cx="4572225" cy="342897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26bafb43dad_1_221:notes"/>
          <p:cNvSpPr txBox="1"/>
          <p:nvPr>
            <p:ph idx="1" type="body"/>
          </p:nvPr>
        </p:nvSpPr>
        <p:spPr>
          <a:xfrm>
            <a:off x="685800" y="4343378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g26bafb43dad_1_221:notes"/>
          <p:cNvSpPr/>
          <p:nvPr>
            <p:ph idx="2" type="sldImg"/>
          </p:nvPr>
        </p:nvSpPr>
        <p:spPr>
          <a:xfrm>
            <a:off x="1143225" y="685778"/>
            <a:ext cx="4572225" cy="342897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26bafb43dad_1_227:notes"/>
          <p:cNvSpPr txBox="1"/>
          <p:nvPr>
            <p:ph idx="1" type="body"/>
          </p:nvPr>
        </p:nvSpPr>
        <p:spPr>
          <a:xfrm>
            <a:off x="685800" y="4343378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g26bafb43dad_1_227:notes"/>
          <p:cNvSpPr/>
          <p:nvPr>
            <p:ph idx="2" type="sldImg"/>
          </p:nvPr>
        </p:nvSpPr>
        <p:spPr>
          <a:xfrm>
            <a:off x="1143225" y="685778"/>
            <a:ext cx="4572225" cy="342897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26bafb43dad_1_233:notes"/>
          <p:cNvSpPr txBox="1"/>
          <p:nvPr>
            <p:ph idx="1" type="body"/>
          </p:nvPr>
        </p:nvSpPr>
        <p:spPr>
          <a:xfrm>
            <a:off x="685800" y="4343378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g26bafb43dad_1_233:notes"/>
          <p:cNvSpPr/>
          <p:nvPr>
            <p:ph idx="2" type="sldImg"/>
          </p:nvPr>
        </p:nvSpPr>
        <p:spPr>
          <a:xfrm>
            <a:off x="1143225" y="685778"/>
            <a:ext cx="4572225" cy="342897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26bafb43dad_1_246:notes"/>
          <p:cNvSpPr txBox="1"/>
          <p:nvPr>
            <p:ph idx="1" type="body"/>
          </p:nvPr>
        </p:nvSpPr>
        <p:spPr>
          <a:xfrm>
            <a:off x="685800" y="4343378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g26bafb43dad_1_246:notes"/>
          <p:cNvSpPr/>
          <p:nvPr>
            <p:ph idx="2" type="sldImg"/>
          </p:nvPr>
        </p:nvSpPr>
        <p:spPr>
          <a:xfrm>
            <a:off x="1143225" y="685778"/>
            <a:ext cx="4572225" cy="342897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26bafb43dad_1_251:notes"/>
          <p:cNvSpPr txBox="1"/>
          <p:nvPr>
            <p:ph idx="1" type="body"/>
          </p:nvPr>
        </p:nvSpPr>
        <p:spPr>
          <a:xfrm>
            <a:off x="685800" y="4343378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g26bafb43dad_1_251:notes"/>
          <p:cNvSpPr/>
          <p:nvPr>
            <p:ph idx="2" type="sldImg"/>
          </p:nvPr>
        </p:nvSpPr>
        <p:spPr>
          <a:xfrm>
            <a:off x="1143225" y="685778"/>
            <a:ext cx="4572225" cy="342897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obj">
  <p:cSld name="OBJEC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/>
          <p:nvPr>
            <p:ph type="title"/>
          </p:nvPr>
        </p:nvSpPr>
        <p:spPr>
          <a:xfrm>
            <a:off x="-1" y="2924825"/>
            <a:ext cx="9144003" cy="20275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4"/>
          <p:cNvSpPr txBox="1"/>
          <p:nvPr>
            <p:ph idx="11" type="ft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4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4"/>
          <p:cNvSpPr txBox="1"/>
          <p:nvPr>
            <p:ph idx="12" type="sldNum"/>
          </p:nvPr>
        </p:nvSpPr>
        <p:spPr>
          <a:xfrm>
            <a:off x="8827389" y="4696030"/>
            <a:ext cx="230504" cy="204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38100" marR="0" algn="l">
              <a:lnSpc>
                <a:spcPct val="100000"/>
              </a:lnSpc>
              <a:spcBef>
                <a:spcPts val="0"/>
              </a:spcBef>
              <a:buNone/>
              <a:defRPr b="1" i="0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38100" marR="0" algn="l">
              <a:lnSpc>
                <a:spcPct val="100000"/>
              </a:lnSpc>
              <a:spcBef>
                <a:spcPts val="0"/>
              </a:spcBef>
              <a:buNone/>
              <a:defRPr b="1" i="0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38100" marR="0" algn="l">
              <a:lnSpc>
                <a:spcPct val="100000"/>
              </a:lnSpc>
              <a:spcBef>
                <a:spcPts val="0"/>
              </a:spcBef>
              <a:buNone/>
              <a:defRPr b="1" i="0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38100" marR="0" algn="l">
              <a:lnSpc>
                <a:spcPct val="100000"/>
              </a:lnSpc>
              <a:spcBef>
                <a:spcPts val="0"/>
              </a:spcBef>
              <a:buNone/>
              <a:defRPr b="1" i="0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38100" marR="0" algn="l">
              <a:lnSpc>
                <a:spcPct val="100000"/>
              </a:lnSpc>
              <a:spcBef>
                <a:spcPts val="0"/>
              </a:spcBef>
              <a:buNone/>
              <a:defRPr b="1" i="0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38100" marR="0" algn="l">
              <a:lnSpc>
                <a:spcPct val="100000"/>
              </a:lnSpc>
              <a:spcBef>
                <a:spcPts val="0"/>
              </a:spcBef>
              <a:buNone/>
              <a:defRPr b="1" i="0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38100" marR="0" algn="l">
              <a:lnSpc>
                <a:spcPct val="100000"/>
              </a:lnSpc>
              <a:spcBef>
                <a:spcPts val="0"/>
              </a:spcBef>
              <a:buNone/>
              <a:defRPr b="1" i="0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38100" marR="0" algn="l">
              <a:lnSpc>
                <a:spcPct val="100000"/>
              </a:lnSpc>
              <a:spcBef>
                <a:spcPts val="0"/>
              </a:spcBef>
              <a:buNone/>
              <a:defRPr b="1" i="0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38100" marR="0" algn="l">
              <a:lnSpc>
                <a:spcPct val="100000"/>
              </a:lnSpc>
              <a:spcBef>
                <a:spcPts val="0"/>
              </a:spcBef>
              <a:buNone/>
              <a:defRPr b="1" i="0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3810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type="title"/>
          </p:nvPr>
        </p:nvSpPr>
        <p:spPr>
          <a:xfrm>
            <a:off x="-1" y="2924825"/>
            <a:ext cx="9144003" cy="20275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15"/>
          <p:cNvSpPr txBox="1"/>
          <p:nvPr>
            <p:ph idx="1" type="body"/>
          </p:nvPr>
        </p:nvSpPr>
        <p:spPr>
          <a:xfrm>
            <a:off x="419212" y="2347722"/>
            <a:ext cx="7955280" cy="26092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>
                <a:solidFill>
                  <a:schemeClr val="dk1"/>
                </a:solidFill>
              </a:defRPr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5"/>
          <p:cNvSpPr txBox="1"/>
          <p:nvPr>
            <p:ph idx="11" type="ft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5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5"/>
          <p:cNvSpPr txBox="1"/>
          <p:nvPr>
            <p:ph idx="12" type="sldNum"/>
          </p:nvPr>
        </p:nvSpPr>
        <p:spPr>
          <a:xfrm>
            <a:off x="8827389" y="4696030"/>
            <a:ext cx="230504" cy="204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38100" marR="0" algn="l">
              <a:lnSpc>
                <a:spcPct val="100000"/>
              </a:lnSpc>
              <a:spcBef>
                <a:spcPts val="0"/>
              </a:spcBef>
              <a:buNone/>
              <a:defRPr b="1" i="0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38100" marR="0" algn="l">
              <a:lnSpc>
                <a:spcPct val="100000"/>
              </a:lnSpc>
              <a:spcBef>
                <a:spcPts val="0"/>
              </a:spcBef>
              <a:buNone/>
              <a:defRPr b="1" i="0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38100" marR="0" algn="l">
              <a:lnSpc>
                <a:spcPct val="100000"/>
              </a:lnSpc>
              <a:spcBef>
                <a:spcPts val="0"/>
              </a:spcBef>
              <a:buNone/>
              <a:defRPr b="1" i="0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38100" marR="0" algn="l">
              <a:lnSpc>
                <a:spcPct val="100000"/>
              </a:lnSpc>
              <a:spcBef>
                <a:spcPts val="0"/>
              </a:spcBef>
              <a:buNone/>
              <a:defRPr b="1" i="0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38100" marR="0" algn="l">
              <a:lnSpc>
                <a:spcPct val="100000"/>
              </a:lnSpc>
              <a:spcBef>
                <a:spcPts val="0"/>
              </a:spcBef>
              <a:buNone/>
              <a:defRPr b="1" i="0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38100" marR="0" algn="l">
              <a:lnSpc>
                <a:spcPct val="100000"/>
              </a:lnSpc>
              <a:spcBef>
                <a:spcPts val="0"/>
              </a:spcBef>
              <a:buNone/>
              <a:defRPr b="1" i="0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38100" marR="0" algn="l">
              <a:lnSpc>
                <a:spcPct val="100000"/>
              </a:lnSpc>
              <a:spcBef>
                <a:spcPts val="0"/>
              </a:spcBef>
              <a:buNone/>
              <a:defRPr b="1" i="0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38100" marR="0" algn="l">
              <a:lnSpc>
                <a:spcPct val="100000"/>
              </a:lnSpc>
              <a:spcBef>
                <a:spcPts val="0"/>
              </a:spcBef>
              <a:buNone/>
              <a:defRPr b="1" i="0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38100" marR="0" algn="l">
              <a:lnSpc>
                <a:spcPct val="100000"/>
              </a:lnSpc>
              <a:spcBef>
                <a:spcPts val="0"/>
              </a:spcBef>
              <a:buNone/>
              <a:defRPr b="1" i="0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3810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showMasterSp="0">
  <p:cSld name="Blank">
    <p:bg>
      <p:bgPr>
        <a:solidFill>
          <a:schemeClr val="lt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/>
          <p:nvPr/>
        </p:nvSpPr>
        <p:spPr>
          <a:xfrm>
            <a:off x="1808621" y="63781"/>
            <a:ext cx="394335" cy="131445"/>
          </a:xfrm>
          <a:custGeom>
            <a:rect b="b" l="l" r="r" t="t"/>
            <a:pathLst>
              <a:path extrusionOk="0" h="131445" w="394335">
                <a:moveTo>
                  <a:pt x="394199" y="131400"/>
                </a:moveTo>
                <a:lnTo>
                  <a:pt x="0" y="131400"/>
                </a:lnTo>
                <a:lnTo>
                  <a:pt x="127819" y="0"/>
                </a:lnTo>
                <a:lnTo>
                  <a:pt x="394199" y="131400"/>
                </a:lnTo>
                <a:close/>
              </a:path>
            </a:pathLst>
          </a:custGeom>
          <a:solidFill>
            <a:srgbClr val="263148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75" name="Google Shape;75;p16"/>
          <p:cNvSpPr/>
          <p:nvPr/>
        </p:nvSpPr>
        <p:spPr>
          <a:xfrm>
            <a:off x="2376" y="496765"/>
            <a:ext cx="1372870" cy="174625"/>
          </a:xfrm>
          <a:custGeom>
            <a:rect b="b" l="l" r="r" t="t"/>
            <a:pathLst>
              <a:path extrusionOk="0" h="174625" w="1372870">
                <a:moveTo>
                  <a:pt x="0" y="174024"/>
                </a:moveTo>
                <a:lnTo>
                  <a:pt x="1372601" y="174024"/>
                </a:lnTo>
                <a:lnTo>
                  <a:pt x="1372601" y="0"/>
                </a:lnTo>
                <a:lnTo>
                  <a:pt x="0" y="0"/>
                </a:lnTo>
                <a:lnTo>
                  <a:pt x="0" y="174024"/>
                </a:lnTo>
                <a:close/>
              </a:path>
            </a:pathLst>
          </a:custGeom>
          <a:solidFill>
            <a:srgbClr val="C7D3E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76" name="Google Shape;76;p16"/>
          <p:cNvSpPr/>
          <p:nvPr/>
        </p:nvSpPr>
        <p:spPr>
          <a:xfrm>
            <a:off x="2376" y="0"/>
            <a:ext cx="1372870" cy="192405"/>
          </a:xfrm>
          <a:custGeom>
            <a:rect b="b" l="l" r="r" t="t"/>
            <a:pathLst>
              <a:path extrusionOk="0" h="192405" w="1372870">
                <a:moveTo>
                  <a:pt x="0" y="192217"/>
                </a:moveTo>
                <a:lnTo>
                  <a:pt x="1372601" y="192217"/>
                </a:lnTo>
                <a:lnTo>
                  <a:pt x="1372601" y="0"/>
                </a:lnTo>
                <a:lnTo>
                  <a:pt x="0" y="0"/>
                </a:lnTo>
                <a:lnTo>
                  <a:pt x="0" y="192217"/>
                </a:lnTo>
                <a:close/>
              </a:path>
            </a:pathLst>
          </a:custGeom>
          <a:solidFill>
            <a:srgbClr val="C7D3E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77" name="Google Shape;77;p16"/>
          <p:cNvSpPr/>
          <p:nvPr/>
        </p:nvSpPr>
        <p:spPr>
          <a:xfrm>
            <a:off x="0" y="192226"/>
            <a:ext cx="2200275" cy="304800"/>
          </a:xfrm>
          <a:custGeom>
            <a:rect b="b" l="l" r="r" t="t"/>
            <a:pathLst>
              <a:path extrusionOk="0" h="304800" w="2200275">
                <a:moveTo>
                  <a:pt x="2199843" y="12"/>
                </a:moveTo>
                <a:lnTo>
                  <a:pt x="1901685" y="12"/>
                </a:lnTo>
                <a:lnTo>
                  <a:pt x="0" y="0"/>
                </a:lnTo>
                <a:lnTo>
                  <a:pt x="0" y="304546"/>
                </a:lnTo>
                <a:lnTo>
                  <a:pt x="1895297" y="304546"/>
                </a:lnTo>
                <a:lnTo>
                  <a:pt x="1901685" y="304546"/>
                </a:lnTo>
                <a:lnTo>
                  <a:pt x="1901685" y="298170"/>
                </a:lnTo>
                <a:lnTo>
                  <a:pt x="2199843" y="12"/>
                </a:lnTo>
                <a:close/>
              </a:path>
            </a:pathLst>
          </a:custGeom>
          <a:solidFill>
            <a:srgbClr val="3E5378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78" name="Google Shape;78;p16"/>
          <p:cNvSpPr/>
          <p:nvPr/>
        </p:nvSpPr>
        <p:spPr>
          <a:xfrm>
            <a:off x="6946841" y="4948333"/>
            <a:ext cx="394335" cy="131445"/>
          </a:xfrm>
          <a:custGeom>
            <a:rect b="b" l="l" r="r" t="t"/>
            <a:pathLst>
              <a:path extrusionOk="0" h="131445" w="394334">
                <a:moveTo>
                  <a:pt x="266380" y="131399"/>
                </a:moveTo>
                <a:lnTo>
                  <a:pt x="0" y="0"/>
                </a:lnTo>
                <a:lnTo>
                  <a:pt x="394199" y="0"/>
                </a:lnTo>
                <a:lnTo>
                  <a:pt x="266380" y="131399"/>
                </a:lnTo>
                <a:close/>
              </a:path>
            </a:pathLst>
          </a:custGeom>
          <a:solidFill>
            <a:srgbClr val="D16F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79" name="Google Shape;79;p16"/>
          <p:cNvSpPr/>
          <p:nvPr/>
        </p:nvSpPr>
        <p:spPr>
          <a:xfrm>
            <a:off x="7106437" y="4472723"/>
            <a:ext cx="2037714" cy="671195"/>
          </a:xfrm>
          <a:custGeom>
            <a:rect b="b" l="l" r="r" t="t"/>
            <a:pathLst>
              <a:path extrusionOk="0" h="671195" w="2037715">
                <a:moveTo>
                  <a:pt x="2037562" y="12"/>
                </a:moveTo>
                <a:lnTo>
                  <a:pt x="670966" y="12"/>
                </a:lnTo>
                <a:lnTo>
                  <a:pt x="668248" y="12"/>
                </a:lnTo>
                <a:lnTo>
                  <a:pt x="668248" y="2717"/>
                </a:lnTo>
                <a:lnTo>
                  <a:pt x="0" y="670788"/>
                </a:lnTo>
                <a:lnTo>
                  <a:pt x="670966" y="670788"/>
                </a:lnTo>
                <a:lnTo>
                  <a:pt x="2037562" y="670775"/>
                </a:lnTo>
                <a:lnTo>
                  <a:pt x="2037562" y="12"/>
                </a:lnTo>
                <a:close/>
              </a:path>
            </a:pathLst>
          </a:custGeom>
          <a:solidFill>
            <a:srgbClr val="C7D3E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80" name="Google Shape;80;p16"/>
          <p:cNvSpPr/>
          <p:nvPr/>
        </p:nvSpPr>
        <p:spPr>
          <a:xfrm>
            <a:off x="6949808" y="4646739"/>
            <a:ext cx="2194560" cy="304800"/>
          </a:xfrm>
          <a:custGeom>
            <a:rect b="b" l="l" r="r" t="t"/>
            <a:pathLst>
              <a:path extrusionOk="0" h="304800" w="2194559">
                <a:moveTo>
                  <a:pt x="2194191" y="12"/>
                </a:moveTo>
                <a:lnTo>
                  <a:pt x="304546" y="12"/>
                </a:lnTo>
                <a:lnTo>
                  <a:pt x="298145" y="12"/>
                </a:lnTo>
                <a:lnTo>
                  <a:pt x="298145" y="6413"/>
                </a:lnTo>
                <a:lnTo>
                  <a:pt x="0" y="304558"/>
                </a:lnTo>
                <a:lnTo>
                  <a:pt x="298145" y="304558"/>
                </a:lnTo>
                <a:lnTo>
                  <a:pt x="2194191" y="304571"/>
                </a:lnTo>
                <a:lnTo>
                  <a:pt x="2194191" y="12"/>
                </a:lnTo>
                <a:close/>
              </a:path>
            </a:pathLst>
          </a:custGeom>
          <a:solidFill>
            <a:srgbClr val="FF98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81" name="Google Shape;81;p16"/>
          <p:cNvSpPr txBox="1"/>
          <p:nvPr>
            <p:ph idx="11" type="ft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6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6"/>
          <p:cNvSpPr txBox="1"/>
          <p:nvPr>
            <p:ph idx="12" type="sldNum"/>
          </p:nvPr>
        </p:nvSpPr>
        <p:spPr>
          <a:xfrm>
            <a:off x="8827389" y="4696030"/>
            <a:ext cx="230504" cy="204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38100" marR="0" algn="l">
              <a:lnSpc>
                <a:spcPct val="100000"/>
              </a:lnSpc>
              <a:spcBef>
                <a:spcPts val="0"/>
              </a:spcBef>
              <a:buNone/>
              <a:defRPr b="1" i="0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38100" marR="0" algn="l">
              <a:lnSpc>
                <a:spcPct val="100000"/>
              </a:lnSpc>
              <a:spcBef>
                <a:spcPts val="0"/>
              </a:spcBef>
              <a:buNone/>
              <a:defRPr b="1" i="0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38100" marR="0" algn="l">
              <a:lnSpc>
                <a:spcPct val="100000"/>
              </a:lnSpc>
              <a:spcBef>
                <a:spcPts val="0"/>
              </a:spcBef>
              <a:buNone/>
              <a:defRPr b="1" i="0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38100" marR="0" algn="l">
              <a:lnSpc>
                <a:spcPct val="100000"/>
              </a:lnSpc>
              <a:spcBef>
                <a:spcPts val="0"/>
              </a:spcBef>
              <a:buNone/>
              <a:defRPr b="1" i="0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38100" marR="0" algn="l">
              <a:lnSpc>
                <a:spcPct val="100000"/>
              </a:lnSpc>
              <a:spcBef>
                <a:spcPts val="0"/>
              </a:spcBef>
              <a:buNone/>
              <a:defRPr b="1" i="0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38100" marR="0" algn="l">
              <a:lnSpc>
                <a:spcPct val="100000"/>
              </a:lnSpc>
              <a:spcBef>
                <a:spcPts val="0"/>
              </a:spcBef>
              <a:buNone/>
              <a:defRPr b="1" i="0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38100" marR="0" algn="l">
              <a:lnSpc>
                <a:spcPct val="100000"/>
              </a:lnSpc>
              <a:spcBef>
                <a:spcPts val="0"/>
              </a:spcBef>
              <a:buNone/>
              <a:defRPr b="1" i="0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38100" marR="0" algn="l">
              <a:lnSpc>
                <a:spcPct val="100000"/>
              </a:lnSpc>
              <a:spcBef>
                <a:spcPts val="0"/>
              </a:spcBef>
              <a:buNone/>
              <a:defRPr b="1" i="0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38100" marR="0" algn="l">
              <a:lnSpc>
                <a:spcPct val="100000"/>
              </a:lnSpc>
              <a:spcBef>
                <a:spcPts val="0"/>
              </a:spcBef>
              <a:buNone/>
              <a:defRPr b="1" i="0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3810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7"/>
          <p:cNvSpPr txBox="1"/>
          <p:nvPr>
            <p:ph type="ctrTitle"/>
          </p:nvPr>
        </p:nvSpPr>
        <p:spPr>
          <a:xfrm>
            <a:off x="685800" y="1594485"/>
            <a:ext cx="7772400" cy="10801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17"/>
          <p:cNvSpPr txBox="1"/>
          <p:nvPr>
            <p:ph idx="1" type="subTitle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17"/>
          <p:cNvSpPr txBox="1"/>
          <p:nvPr>
            <p:ph idx="11" type="ft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17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17"/>
          <p:cNvSpPr txBox="1"/>
          <p:nvPr>
            <p:ph idx="12" type="sldNum"/>
          </p:nvPr>
        </p:nvSpPr>
        <p:spPr>
          <a:xfrm>
            <a:off x="8827389" y="4696030"/>
            <a:ext cx="230504" cy="204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38100" marR="0" algn="l">
              <a:lnSpc>
                <a:spcPct val="100000"/>
              </a:lnSpc>
              <a:spcBef>
                <a:spcPts val="0"/>
              </a:spcBef>
              <a:buNone/>
              <a:defRPr b="1" i="0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38100" marR="0" algn="l">
              <a:lnSpc>
                <a:spcPct val="100000"/>
              </a:lnSpc>
              <a:spcBef>
                <a:spcPts val="0"/>
              </a:spcBef>
              <a:buNone/>
              <a:defRPr b="1" i="0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38100" marR="0" algn="l">
              <a:lnSpc>
                <a:spcPct val="100000"/>
              </a:lnSpc>
              <a:spcBef>
                <a:spcPts val="0"/>
              </a:spcBef>
              <a:buNone/>
              <a:defRPr b="1" i="0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38100" marR="0" algn="l">
              <a:lnSpc>
                <a:spcPct val="100000"/>
              </a:lnSpc>
              <a:spcBef>
                <a:spcPts val="0"/>
              </a:spcBef>
              <a:buNone/>
              <a:defRPr b="1" i="0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38100" marR="0" algn="l">
              <a:lnSpc>
                <a:spcPct val="100000"/>
              </a:lnSpc>
              <a:spcBef>
                <a:spcPts val="0"/>
              </a:spcBef>
              <a:buNone/>
              <a:defRPr b="1" i="0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38100" marR="0" algn="l">
              <a:lnSpc>
                <a:spcPct val="100000"/>
              </a:lnSpc>
              <a:spcBef>
                <a:spcPts val="0"/>
              </a:spcBef>
              <a:buNone/>
              <a:defRPr b="1" i="0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38100" marR="0" algn="l">
              <a:lnSpc>
                <a:spcPct val="100000"/>
              </a:lnSpc>
              <a:spcBef>
                <a:spcPts val="0"/>
              </a:spcBef>
              <a:buNone/>
              <a:defRPr b="1" i="0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38100" marR="0" algn="l">
              <a:lnSpc>
                <a:spcPct val="100000"/>
              </a:lnSpc>
              <a:spcBef>
                <a:spcPts val="0"/>
              </a:spcBef>
              <a:buNone/>
              <a:defRPr b="1" i="0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38100" marR="0" algn="l">
              <a:lnSpc>
                <a:spcPct val="100000"/>
              </a:lnSpc>
              <a:spcBef>
                <a:spcPts val="0"/>
              </a:spcBef>
              <a:buNone/>
              <a:defRPr b="1" i="0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3810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8"/>
          <p:cNvSpPr txBox="1"/>
          <p:nvPr>
            <p:ph type="title"/>
          </p:nvPr>
        </p:nvSpPr>
        <p:spPr>
          <a:xfrm>
            <a:off x="-1" y="2924825"/>
            <a:ext cx="9144003" cy="20275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18"/>
          <p:cNvSpPr txBox="1"/>
          <p:nvPr>
            <p:ph idx="1" type="body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18"/>
          <p:cNvSpPr txBox="1"/>
          <p:nvPr>
            <p:ph idx="2" type="body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18"/>
          <p:cNvSpPr txBox="1"/>
          <p:nvPr>
            <p:ph idx="11" type="ft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18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827389" y="4696030"/>
            <a:ext cx="230504" cy="204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38100" marR="0" algn="l">
              <a:lnSpc>
                <a:spcPct val="100000"/>
              </a:lnSpc>
              <a:spcBef>
                <a:spcPts val="0"/>
              </a:spcBef>
              <a:buNone/>
              <a:defRPr b="1" i="0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38100" marR="0" algn="l">
              <a:lnSpc>
                <a:spcPct val="100000"/>
              </a:lnSpc>
              <a:spcBef>
                <a:spcPts val="0"/>
              </a:spcBef>
              <a:buNone/>
              <a:defRPr b="1" i="0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38100" marR="0" algn="l">
              <a:lnSpc>
                <a:spcPct val="100000"/>
              </a:lnSpc>
              <a:spcBef>
                <a:spcPts val="0"/>
              </a:spcBef>
              <a:buNone/>
              <a:defRPr b="1" i="0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38100" marR="0" algn="l">
              <a:lnSpc>
                <a:spcPct val="100000"/>
              </a:lnSpc>
              <a:spcBef>
                <a:spcPts val="0"/>
              </a:spcBef>
              <a:buNone/>
              <a:defRPr b="1" i="0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38100" marR="0" algn="l">
              <a:lnSpc>
                <a:spcPct val="100000"/>
              </a:lnSpc>
              <a:spcBef>
                <a:spcPts val="0"/>
              </a:spcBef>
              <a:buNone/>
              <a:defRPr b="1" i="0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38100" marR="0" algn="l">
              <a:lnSpc>
                <a:spcPct val="100000"/>
              </a:lnSpc>
              <a:spcBef>
                <a:spcPts val="0"/>
              </a:spcBef>
              <a:buNone/>
              <a:defRPr b="1" i="0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38100" marR="0" algn="l">
              <a:lnSpc>
                <a:spcPct val="100000"/>
              </a:lnSpc>
              <a:spcBef>
                <a:spcPts val="0"/>
              </a:spcBef>
              <a:buNone/>
              <a:defRPr b="1" i="0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38100" marR="0" algn="l">
              <a:lnSpc>
                <a:spcPct val="100000"/>
              </a:lnSpc>
              <a:spcBef>
                <a:spcPts val="0"/>
              </a:spcBef>
              <a:buNone/>
              <a:defRPr b="1" i="0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38100" marR="0" algn="l">
              <a:lnSpc>
                <a:spcPct val="100000"/>
              </a:lnSpc>
              <a:spcBef>
                <a:spcPts val="0"/>
              </a:spcBef>
              <a:buNone/>
              <a:defRPr b="1" i="0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3810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/>
          <p:nvPr/>
        </p:nvSpPr>
        <p:spPr>
          <a:xfrm>
            <a:off x="6946841" y="4948333"/>
            <a:ext cx="394335" cy="131445"/>
          </a:xfrm>
          <a:custGeom>
            <a:rect b="b" l="l" r="r" t="t"/>
            <a:pathLst>
              <a:path extrusionOk="0" h="131445" w="394334">
                <a:moveTo>
                  <a:pt x="266380" y="131399"/>
                </a:moveTo>
                <a:lnTo>
                  <a:pt x="0" y="0"/>
                </a:lnTo>
                <a:lnTo>
                  <a:pt x="394199" y="0"/>
                </a:lnTo>
                <a:lnTo>
                  <a:pt x="266380" y="131399"/>
                </a:lnTo>
                <a:close/>
              </a:path>
            </a:pathLst>
          </a:custGeom>
          <a:solidFill>
            <a:srgbClr val="D16F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52" name="Google Shape;52;p13"/>
          <p:cNvSpPr/>
          <p:nvPr/>
        </p:nvSpPr>
        <p:spPr>
          <a:xfrm>
            <a:off x="7106437" y="4472723"/>
            <a:ext cx="2037714" cy="671195"/>
          </a:xfrm>
          <a:custGeom>
            <a:rect b="b" l="l" r="r" t="t"/>
            <a:pathLst>
              <a:path extrusionOk="0" h="671195" w="2037715">
                <a:moveTo>
                  <a:pt x="2037562" y="12"/>
                </a:moveTo>
                <a:lnTo>
                  <a:pt x="670966" y="12"/>
                </a:lnTo>
                <a:lnTo>
                  <a:pt x="668248" y="12"/>
                </a:lnTo>
                <a:lnTo>
                  <a:pt x="668248" y="2717"/>
                </a:lnTo>
                <a:lnTo>
                  <a:pt x="0" y="670788"/>
                </a:lnTo>
                <a:lnTo>
                  <a:pt x="670966" y="670788"/>
                </a:lnTo>
                <a:lnTo>
                  <a:pt x="2037562" y="670775"/>
                </a:lnTo>
                <a:lnTo>
                  <a:pt x="2037562" y="12"/>
                </a:lnTo>
                <a:close/>
              </a:path>
            </a:pathLst>
          </a:custGeom>
          <a:solidFill>
            <a:srgbClr val="C7D3E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53" name="Google Shape;53;p13"/>
          <p:cNvSpPr/>
          <p:nvPr/>
        </p:nvSpPr>
        <p:spPr>
          <a:xfrm>
            <a:off x="6949808" y="4646739"/>
            <a:ext cx="2194560" cy="304800"/>
          </a:xfrm>
          <a:custGeom>
            <a:rect b="b" l="l" r="r" t="t"/>
            <a:pathLst>
              <a:path extrusionOk="0" h="304800" w="2194559">
                <a:moveTo>
                  <a:pt x="2194191" y="12"/>
                </a:moveTo>
                <a:lnTo>
                  <a:pt x="304546" y="12"/>
                </a:lnTo>
                <a:lnTo>
                  <a:pt x="298145" y="12"/>
                </a:lnTo>
                <a:lnTo>
                  <a:pt x="298145" y="6413"/>
                </a:lnTo>
                <a:lnTo>
                  <a:pt x="0" y="304558"/>
                </a:lnTo>
                <a:lnTo>
                  <a:pt x="298145" y="304558"/>
                </a:lnTo>
                <a:lnTo>
                  <a:pt x="2194191" y="304571"/>
                </a:lnTo>
                <a:lnTo>
                  <a:pt x="2194191" y="12"/>
                </a:lnTo>
                <a:close/>
              </a:path>
            </a:pathLst>
          </a:custGeom>
          <a:solidFill>
            <a:srgbClr val="FF98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54" name="Google Shape;54;p13"/>
          <p:cNvSpPr/>
          <p:nvPr/>
        </p:nvSpPr>
        <p:spPr>
          <a:xfrm>
            <a:off x="6292649" y="126424"/>
            <a:ext cx="779780" cy="260350"/>
          </a:xfrm>
          <a:custGeom>
            <a:rect b="b" l="l" r="r" t="t"/>
            <a:pathLst>
              <a:path extrusionOk="0" h="260350" w="779779">
                <a:moveTo>
                  <a:pt x="779699" y="259799"/>
                </a:moveTo>
                <a:lnTo>
                  <a:pt x="0" y="259799"/>
                </a:lnTo>
                <a:lnTo>
                  <a:pt x="252817" y="0"/>
                </a:lnTo>
                <a:lnTo>
                  <a:pt x="779699" y="259799"/>
                </a:lnTo>
                <a:close/>
              </a:path>
            </a:pathLst>
          </a:custGeom>
          <a:solidFill>
            <a:srgbClr val="263148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55" name="Google Shape;55;p13"/>
          <p:cNvSpPr/>
          <p:nvPr/>
        </p:nvSpPr>
        <p:spPr>
          <a:xfrm>
            <a:off x="0" y="50"/>
            <a:ext cx="6756400" cy="1327785"/>
          </a:xfrm>
          <a:custGeom>
            <a:rect b="b" l="l" r="r" t="t"/>
            <a:pathLst>
              <a:path extrusionOk="0" h="1327785" w="6756400">
                <a:moveTo>
                  <a:pt x="6756159" y="0"/>
                </a:moveTo>
                <a:lnTo>
                  <a:pt x="5434355" y="0"/>
                </a:lnTo>
                <a:lnTo>
                  <a:pt x="5428856" y="0"/>
                </a:lnTo>
                <a:lnTo>
                  <a:pt x="0" y="0"/>
                </a:lnTo>
                <a:lnTo>
                  <a:pt x="0" y="1327302"/>
                </a:lnTo>
                <a:lnTo>
                  <a:pt x="5428856" y="1327302"/>
                </a:lnTo>
                <a:lnTo>
                  <a:pt x="5434355" y="1327302"/>
                </a:lnTo>
                <a:lnTo>
                  <a:pt x="5434355" y="1321816"/>
                </a:lnTo>
                <a:lnTo>
                  <a:pt x="6756159" y="0"/>
                </a:lnTo>
                <a:close/>
              </a:path>
            </a:pathLst>
          </a:custGeom>
          <a:solidFill>
            <a:srgbClr val="C7D3E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56" name="Google Shape;56;p13"/>
          <p:cNvSpPr/>
          <p:nvPr/>
        </p:nvSpPr>
        <p:spPr>
          <a:xfrm>
            <a:off x="0" y="381012"/>
            <a:ext cx="7072630" cy="772160"/>
          </a:xfrm>
          <a:custGeom>
            <a:rect b="b" l="l" r="r" t="t"/>
            <a:pathLst>
              <a:path extrusionOk="0" h="772160" w="7072630">
                <a:moveTo>
                  <a:pt x="7072414" y="0"/>
                </a:moveTo>
                <a:lnTo>
                  <a:pt x="6303899" y="0"/>
                </a:lnTo>
                <a:lnTo>
                  <a:pt x="6300673" y="0"/>
                </a:lnTo>
                <a:lnTo>
                  <a:pt x="0" y="0"/>
                </a:lnTo>
                <a:lnTo>
                  <a:pt x="0" y="771740"/>
                </a:lnTo>
                <a:lnTo>
                  <a:pt x="6300673" y="771740"/>
                </a:lnTo>
                <a:lnTo>
                  <a:pt x="6303899" y="771740"/>
                </a:lnTo>
                <a:lnTo>
                  <a:pt x="6303899" y="768515"/>
                </a:lnTo>
                <a:lnTo>
                  <a:pt x="7072414" y="0"/>
                </a:lnTo>
                <a:close/>
              </a:path>
            </a:pathLst>
          </a:custGeom>
          <a:solidFill>
            <a:srgbClr val="3E5378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57" name="Google Shape;57;p13"/>
          <p:cNvSpPr txBox="1"/>
          <p:nvPr>
            <p:ph type="title"/>
          </p:nvPr>
        </p:nvSpPr>
        <p:spPr>
          <a:xfrm>
            <a:off x="-1" y="2924825"/>
            <a:ext cx="9144003" cy="20275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58" name="Google Shape;58;p13"/>
          <p:cNvSpPr txBox="1"/>
          <p:nvPr>
            <p:ph idx="1" type="body"/>
          </p:nvPr>
        </p:nvSpPr>
        <p:spPr>
          <a:xfrm>
            <a:off x="419212" y="2347722"/>
            <a:ext cx="7955280" cy="26092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9" name="Google Shape;59;p13"/>
          <p:cNvSpPr txBox="1"/>
          <p:nvPr>
            <p:ph idx="11" type="ft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60" name="Google Shape;60;p13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61" name="Google Shape;61;p13"/>
          <p:cNvSpPr txBox="1"/>
          <p:nvPr>
            <p:ph idx="12" type="sldNum"/>
          </p:nvPr>
        </p:nvSpPr>
        <p:spPr>
          <a:xfrm>
            <a:off x="8827389" y="4696030"/>
            <a:ext cx="230504" cy="204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38100" marR="0" rtl="0" algn="l">
              <a:lnSpc>
                <a:spcPct val="100000"/>
              </a:lnSpc>
              <a:spcBef>
                <a:spcPts val="0"/>
              </a:spcBef>
              <a:buNone/>
              <a:defRPr b="1" i="0" sz="1200" u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38100" marR="0" rtl="0" algn="l">
              <a:lnSpc>
                <a:spcPct val="100000"/>
              </a:lnSpc>
              <a:spcBef>
                <a:spcPts val="0"/>
              </a:spcBef>
              <a:buNone/>
              <a:defRPr b="1" i="0" sz="1200" u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38100" marR="0" rtl="0" algn="l">
              <a:lnSpc>
                <a:spcPct val="100000"/>
              </a:lnSpc>
              <a:spcBef>
                <a:spcPts val="0"/>
              </a:spcBef>
              <a:buNone/>
              <a:defRPr b="1" i="0" sz="1200" u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38100" marR="0" rtl="0" algn="l">
              <a:lnSpc>
                <a:spcPct val="100000"/>
              </a:lnSpc>
              <a:spcBef>
                <a:spcPts val="0"/>
              </a:spcBef>
              <a:buNone/>
              <a:defRPr b="1" i="0" sz="1200" u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38100" marR="0" rtl="0" algn="l">
              <a:lnSpc>
                <a:spcPct val="100000"/>
              </a:lnSpc>
              <a:spcBef>
                <a:spcPts val="0"/>
              </a:spcBef>
              <a:buNone/>
              <a:defRPr b="1" i="0" sz="1200" u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38100" marR="0" rtl="0" algn="l">
              <a:lnSpc>
                <a:spcPct val="100000"/>
              </a:lnSpc>
              <a:spcBef>
                <a:spcPts val="0"/>
              </a:spcBef>
              <a:buNone/>
              <a:defRPr b="1" i="0" sz="1200" u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38100" marR="0" rtl="0" algn="l">
              <a:lnSpc>
                <a:spcPct val="100000"/>
              </a:lnSpc>
              <a:spcBef>
                <a:spcPts val="0"/>
              </a:spcBef>
              <a:buNone/>
              <a:defRPr b="1" i="0" sz="1200" u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38100" marR="0" rtl="0" algn="l">
              <a:lnSpc>
                <a:spcPct val="100000"/>
              </a:lnSpc>
              <a:spcBef>
                <a:spcPts val="0"/>
              </a:spcBef>
              <a:buNone/>
              <a:defRPr b="1" i="0" sz="1200" u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38100" marR="0" rtl="0" algn="l">
              <a:lnSpc>
                <a:spcPct val="100000"/>
              </a:lnSpc>
              <a:spcBef>
                <a:spcPts val="0"/>
              </a:spcBef>
              <a:buNone/>
              <a:defRPr b="1" i="0" sz="1200" u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3810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b="0"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Relationship Id="rId4" Type="http://schemas.openxmlformats.org/officeDocument/2006/relationships/image" Target="../media/image14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1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docs.mongodb.com/manual/reference/operator/aggregation/sum/#mongodb-group-grp.-sum" TargetMode="External"/><Relationship Id="rId4" Type="http://schemas.openxmlformats.org/officeDocument/2006/relationships/hyperlink" Target="https://docs.mongodb.com/manual/reference/operator/aggregation/dateToString/#mongodb-expression-exp.-dateToString" TargetMode="External"/><Relationship Id="rId5" Type="http://schemas.openxmlformats.org/officeDocument/2006/relationships/hyperlink" Target="https://docs.mongodb.com/manual/reference/operator/aggregation/sum/#mongodb-group-grp.-sum" TargetMode="External"/><Relationship Id="rId6" Type="http://schemas.openxmlformats.org/officeDocument/2006/relationships/hyperlink" Target="https://docs.mongodb.com/manual/reference/operator/aggregation/multiply/#mongodb-expression-exp.-multiply" TargetMode="External"/><Relationship Id="rId7" Type="http://schemas.openxmlformats.org/officeDocument/2006/relationships/hyperlink" Target="https://docs.mongodb.com/manual/reference/operator/aggregation/avg/#mongodb-group-grp.-avg" TargetMode="External"/><Relationship Id="rId8" Type="http://schemas.openxmlformats.org/officeDocument/2006/relationships/hyperlink" Target="https://docs.mongodb.com/manual/reference/operator/aggregation/sort/#mongodb-pipeline-pipe.-sort" TargetMode="Externa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s://docs.mongodb.com/manual/meta/aggregation-quick-reference/#" TargetMode="Externa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Relationship Id="rId4" Type="http://schemas.openxmlformats.org/officeDocument/2006/relationships/image" Target="../media/image13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6.xml"/><Relationship Id="rId3" Type="http://schemas.openxmlformats.org/officeDocument/2006/relationships/hyperlink" Target="https://docs.mongodb.com/manual/reference/operator/query/regex/#mongodb-query-op.-regex" TargetMode="Externa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5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0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2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6.jp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2.xml"/><Relationship Id="rId3" Type="http://schemas.openxmlformats.org/officeDocument/2006/relationships/hyperlink" Target="mailto:yamu.poudel@heraldcollege.edu.np" TargetMode="External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9"/>
          <p:cNvSpPr/>
          <p:nvPr/>
        </p:nvSpPr>
        <p:spPr>
          <a:xfrm>
            <a:off x="2466137" y="4948333"/>
            <a:ext cx="394335" cy="131445"/>
          </a:xfrm>
          <a:custGeom>
            <a:rect b="b" l="l" r="r" t="t"/>
            <a:pathLst>
              <a:path extrusionOk="0" h="131445" w="394335">
                <a:moveTo>
                  <a:pt x="266380" y="131399"/>
                </a:moveTo>
                <a:lnTo>
                  <a:pt x="0" y="0"/>
                </a:lnTo>
                <a:lnTo>
                  <a:pt x="394199" y="0"/>
                </a:lnTo>
                <a:lnTo>
                  <a:pt x="266380" y="131399"/>
                </a:lnTo>
                <a:close/>
              </a:path>
            </a:pathLst>
          </a:custGeom>
          <a:solidFill>
            <a:srgbClr val="D16F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grpSp>
        <p:nvGrpSpPr>
          <p:cNvPr id="102" name="Google Shape;102;p19"/>
          <p:cNvGrpSpPr/>
          <p:nvPr/>
        </p:nvGrpSpPr>
        <p:grpSpPr>
          <a:xfrm>
            <a:off x="2469096" y="4472723"/>
            <a:ext cx="6675120" cy="671195"/>
            <a:chOff x="2469096" y="4472723"/>
            <a:chExt cx="6675120" cy="671195"/>
          </a:xfrm>
        </p:grpSpPr>
        <p:sp>
          <p:nvSpPr>
            <p:cNvPr id="103" name="Google Shape;103;p19"/>
            <p:cNvSpPr/>
            <p:nvPr/>
          </p:nvSpPr>
          <p:spPr>
            <a:xfrm>
              <a:off x="2625737" y="4472723"/>
              <a:ext cx="6518275" cy="671195"/>
            </a:xfrm>
            <a:custGeom>
              <a:rect b="b" l="l" r="r" t="t"/>
              <a:pathLst>
                <a:path extrusionOk="0" h="671195" w="6518275">
                  <a:moveTo>
                    <a:pt x="6518262" y="12"/>
                  </a:moveTo>
                  <a:lnTo>
                    <a:pt x="670966" y="12"/>
                  </a:lnTo>
                  <a:lnTo>
                    <a:pt x="665861" y="12"/>
                  </a:lnTo>
                  <a:lnTo>
                    <a:pt x="665861" y="5105"/>
                  </a:lnTo>
                  <a:lnTo>
                    <a:pt x="0" y="670788"/>
                  </a:lnTo>
                  <a:lnTo>
                    <a:pt x="670966" y="670788"/>
                  </a:lnTo>
                  <a:lnTo>
                    <a:pt x="6518262" y="670775"/>
                  </a:lnTo>
                  <a:lnTo>
                    <a:pt x="6518262" y="12"/>
                  </a:lnTo>
                  <a:close/>
                </a:path>
              </a:pathLst>
            </a:custGeom>
            <a:solidFill>
              <a:srgbClr val="C7D3E6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4" name="Google Shape;104;p19"/>
            <p:cNvSpPr/>
            <p:nvPr/>
          </p:nvSpPr>
          <p:spPr>
            <a:xfrm>
              <a:off x="2469096" y="4646739"/>
              <a:ext cx="6675120" cy="304800"/>
            </a:xfrm>
            <a:custGeom>
              <a:rect b="b" l="l" r="r" t="t"/>
              <a:pathLst>
                <a:path extrusionOk="0" h="304800" w="6675120">
                  <a:moveTo>
                    <a:pt x="304558" y="0"/>
                  </a:moveTo>
                  <a:lnTo>
                    <a:pt x="0" y="304558"/>
                  </a:lnTo>
                  <a:lnTo>
                    <a:pt x="304558" y="304558"/>
                  </a:lnTo>
                  <a:lnTo>
                    <a:pt x="304558" y="0"/>
                  </a:lnTo>
                  <a:close/>
                </a:path>
                <a:path extrusionOk="0" h="304800" w="6675120">
                  <a:moveTo>
                    <a:pt x="6674904" y="12"/>
                  </a:moveTo>
                  <a:lnTo>
                    <a:pt x="305536" y="12"/>
                  </a:lnTo>
                  <a:lnTo>
                    <a:pt x="305536" y="304571"/>
                  </a:lnTo>
                  <a:lnTo>
                    <a:pt x="6674904" y="304571"/>
                  </a:lnTo>
                  <a:lnTo>
                    <a:pt x="6674904" y="12"/>
                  </a:lnTo>
                  <a:close/>
                </a:path>
              </a:pathLst>
            </a:custGeom>
            <a:solidFill>
              <a:srgbClr val="FF98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105" name="Google Shape;105;p19"/>
          <p:cNvSpPr/>
          <p:nvPr/>
        </p:nvSpPr>
        <p:spPr>
          <a:xfrm>
            <a:off x="1808621" y="63781"/>
            <a:ext cx="394335" cy="131445"/>
          </a:xfrm>
          <a:custGeom>
            <a:rect b="b" l="l" r="r" t="t"/>
            <a:pathLst>
              <a:path extrusionOk="0" h="131445" w="394335">
                <a:moveTo>
                  <a:pt x="394199" y="131400"/>
                </a:moveTo>
                <a:lnTo>
                  <a:pt x="0" y="131400"/>
                </a:lnTo>
                <a:lnTo>
                  <a:pt x="127819" y="0"/>
                </a:lnTo>
                <a:lnTo>
                  <a:pt x="394199" y="131400"/>
                </a:lnTo>
                <a:close/>
              </a:path>
            </a:pathLst>
          </a:custGeom>
          <a:solidFill>
            <a:srgbClr val="263148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06" name="Google Shape;106;p19"/>
          <p:cNvSpPr/>
          <p:nvPr/>
        </p:nvSpPr>
        <p:spPr>
          <a:xfrm>
            <a:off x="2376" y="496765"/>
            <a:ext cx="1372870" cy="174625"/>
          </a:xfrm>
          <a:custGeom>
            <a:rect b="b" l="l" r="r" t="t"/>
            <a:pathLst>
              <a:path extrusionOk="0" h="174625" w="1372870">
                <a:moveTo>
                  <a:pt x="0" y="174024"/>
                </a:moveTo>
                <a:lnTo>
                  <a:pt x="1372601" y="174024"/>
                </a:lnTo>
                <a:lnTo>
                  <a:pt x="1372601" y="0"/>
                </a:lnTo>
                <a:lnTo>
                  <a:pt x="0" y="0"/>
                </a:lnTo>
                <a:lnTo>
                  <a:pt x="0" y="174024"/>
                </a:lnTo>
                <a:close/>
              </a:path>
            </a:pathLst>
          </a:custGeom>
          <a:solidFill>
            <a:srgbClr val="C7D3E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grpSp>
        <p:nvGrpSpPr>
          <p:cNvPr id="107" name="Google Shape;107;p19"/>
          <p:cNvGrpSpPr/>
          <p:nvPr/>
        </p:nvGrpSpPr>
        <p:grpSpPr>
          <a:xfrm>
            <a:off x="0" y="0"/>
            <a:ext cx="2200275" cy="497026"/>
            <a:chOff x="0" y="0"/>
            <a:chExt cx="2200275" cy="497026"/>
          </a:xfrm>
        </p:grpSpPr>
        <p:sp>
          <p:nvSpPr>
            <p:cNvPr id="108" name="Google Shape;108;p19"/>
            <p:cNvSpPr/>
            <p:nvPr/>
          </p:nvSpPr>
          <p:spPr>
            <a:xfrm>
              <a:off x="2376" y="0"/>
              <a:ext cx="1372870" cy="192405"/>
            </a:xfrm>
            <a:custGeom>
              <a:rect b="b" l="l" r="r" t="t"/>
              <a:pathLst>
                <a:path extrusionOk="0" h="192405" w="1372870">
                  <a:moveTo>
                    <a:pt x="0" y="192217"/>
                  </a:moveTo>
                  <a:lnTo>
                    <a:pt x="1372601" y="192217"/>
                  </a:lnTo>
                  <a:lnTo>
                    <a:pt x="1372601" y="0"/>
                  </a:lnTo>
                  <a:lnTo>
                    <a:pt x="0" y="0"/>
                  </a:lnTo>
                  <a:lnTo>
                    <a:pt x="0" y="192217"/>
                  </a:lnTo>
                  <a:close/>
                </a:path>
              </a:pathLst>
            </a:custGeom>
            <a:solidFill>
              <a:srgbClr val="C7D3E6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9" name="Google Shape;109;p19"/>
            <p:cNvSpPr/>
            <p:nvPr/>
          </p:nvSpPr>
          <p:spPr>
            <a:xfrm>
              <a:off x="0" y="192226"/>
              <a:ext cx="2200275" cy="304800"/>
            </a:xfrm>
            <a:custGeom>
              <a:rect b="b" l="l" r="r" t="t"/>
              <a:pathLst>
                <a:path extrusionOk="0" h="304800" w="2200275">
                  <a:moveTo>
                    <a:pt x="2199843" y="12"/>
                  </a:moveTo>
                  <a:lnTo>
                    <a:pt x="1901685" y="12"/>
                  </a:lnTo>
                  <a:lnTo>
                    <a:pt x="0" y="0"/>
                  </a:lnTo>
                  <a:lnTo>
                    <a:pt x="0" y="304546"/>
                  </a:lnTo>
                  <a:lnTo>
                    <a:pt x="1895297" y="304546"/>
                  </a:lnTo>
                  <a:lnTo>
                    <a:pt x="1901685" y="304546"/>
                  </a:lnTo>
                  <a:lnTo>
                    <a:pt x="1901685" y="298170"/>
                  </a:lnTo>
                  <a:lnTo>
                    <a:pt x="2199843" y="12"/>
                  </a:lnTo>
                  <a:close/>
                </a:path>
              </a:pathLst>
            </a:custGeom>
            <a:solidFill>
              <a:srgbClr val="3E5378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110" name="Google Shape;110;p19"/>
          <p:cNvSpPr txBox="1"/>
          <p:nvPr>
            <p:ph type="title"/>
          </p:nvPr>
        </p:nvSpPr>
        <p:spPr>
          <a:xfrm>
            <a:off x="2470051" y="1848775"/>
            <a:ext cx="5034000" cy="116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91794" lvl="0" marL="40386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5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Last week we looked at NoSQL. Let’s  dig into it again in more detail.</a:t>
            </a:r>
            <a:endParaRPr sz="25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1" name="Google Shape;111;p19"/>
          <p:cNvSpPr txBox="1"/>
          <p:nvPr>
            <p:ph idx="12" type="sldNum"/>
          </p:nvPr>
        </p:nvSpPr>
        <p:spPr>
          <a:xfrm>
            <a:off x="8827389" y="4696030"/>
            <a:ext cx="230504" cy="204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50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0"/>
          <p:cNvSpPr/>
          <p:nvPr/>
        </p:nvSpPr>
        <p:spPr>
          <a:xfrm>
            <a:off x="5697213" y="2635518"/>
            <a:ext cx="889635" cy="296545"/>
          </a:xfrm>
          <a:custGeom>
            <a:rect b="b" l="l" r="r" t="t"/>
            <a:pathLst>
              <a:path extrusionOk="0" h="296544" w="889634">
                <a:moveTo>
                  <a:pt x="889200" y="296399"/>
                </a:moveTo>
                <a:lnTo>
                  <a:pt x="0" y="296399"/>
                </a:lnTo>
                <a:lnTo>
                  <a:pt x="288322" y="0"/>
                </a:lnTo>
                <a:lnTo>
                  <a:pt x="889200" y="296399"/>
                </a:lnTo>
                <a:close/>
              </a:path>
            </a:pathLst>
          </a:custGeom>
          <a:solidFill>
            <a:srgbClr val="263148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grpSp>
        <p:nvGrpSpPr>
          <p:cNvPr id="117" name="Google Shape;117;p20"/>
          <p:cNvGrpSpPr/>
          <p:nvPr/>
        </p:nvGrpSpPr>
        <p:grpSpPr>
          <a:xfrm>
            <a:off x="0" y="0"/>
            <a:ext cx="9144368" cy="5143919"/>
            <a:chOff x="0" y="0"/>
            <a:chExt cx="9144368" cy="5143919"/>
          </a:xfrm>
        </p:grpSpPr>
        <p:sp>
          <p:nvSpPr>
            <p:cNvPr id="118" name="Google Shape;118;p20"/>
            <p:cNvSpPr/>
            <p:nvPr/>
          </p:nvSpPr>
          <p:spPr>
            <a:xfrm>
              <a:off x="0" y="0"/>
              <a:ext cx="8654415" cy="5143500"/>
            </a:xfrm>
            <a:custGeom>
              <a:rect b="b" l="l" r="r" t="t"/>
              <a:pathLst>
                <a:path extrusionOk="0" h="5143500" w="8654415">
                  <a:moveTo>
                    <a:pt x="8654301" y="0"/>
                  </a:moveTo>
                  <a:lnTo>
                    <a:pt x="3524999" y="0"/>
                  </a:lnTo>
                  <a:lnTo>
                    <a:pt x="3517887" y="0"/>
                  </a:lnTo>
                  <a:lnTo>
                    <a:pt x="0" y="0"/>
                  </a:lnTo>
                  <a:lnTo>
                    <a:pt x="0" y="5143500"/>
                  </a:lnTo>
                  <a:lnTo>
                    <a:pt x="3524999" y="5143500"/>
                  </a:lnTo>
                  <a:lnTo>
                    <a:pt x="3524999" y="5129301"/>
                  </a:lnTo>
                  <a:lnTo>
                    <a:pt x="8654301" y="0"/>
                  </a:lnTo>
                  <a:close/>
                </a:path>
              </a:pathLst>
            </a:custGeom>
            <a:solidFill>
              <a:srgbClr val="C7D3E6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9" name="Google Shape;119;p20"/>
            <p:cNvSpPr/>
            <p:nvPr/>
          </p:nvSpPr>
          <p:spPr>
            <a:xfrm>
              <a:off x="0" y="2924835"/>
              <a:ext cx="6589395" cy="2027555"/>
            </a:xfrm>
            <a:custGeom>
              <a:rect b="b" l="l" r="r" t="t"/>
              <a:pathLst>
                <a:path extrusionOk="0" h="2027554" w="6589395">
                  <a:moveTo>
                    <a:pt x="6589077" y="38"/>
                  </a:moveTo>
                  <a:lnTo>
                    <a:pt x="4564189" y="38"/>
                  </a:lnTo>
                  <a:lnTo>
                    <a:pt x="0" y="0"/>
                  </a:lnTo>
                  <a:lnTo>
                    <a:pt x="0" y="2027224"/>
                  </a:lnTo>
                  <a:lnTo>
                    <a:pt x="4561852" y="2027224"/>
                  </a:lnTo>
                  <a:lnTo>
                    <a:pt x="4564189" y="2027224"/>
                  </a:lnTo>
                  <a:lnTo>
                    <a:pt x="4564189" y="2024926"/>
                  </a:lnTo>
                  <a:lnTo>
                    <a:pt x="6589077" y="38"/>
                  </a:lnTo>
                  <a:close/>
                </a:path>
              </a:pathLst>
            </a:custGeom>
            <a:solidFill>
              <a:srgbClr val="3E5378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0" name="Google Shape;120;p20"/>
            <p:cNvSpPr/>
            <p:nvPr/>
          </p:nvSpPr>
          <p:spPr>
            <a:xfrm>
              <a:off x="6946841" y="4948333"/>
              <a:ext cx="394335" cy="131445"/>
            </a:xfrm>
            <a:custGeom>
              <a:rect b="b" l="l" r="r" t="t"/>
              <a:pathLst>
                <a:path extrusionOk="0" h="131445" w="394334">
                  <a:moveTo>
                    <a:pt x="266380" y="131399"/>
                  </a:moveTo>
                  <a:lnTo>
                    <a:pt x="0" y="0"/>
                  </a:lnTo>
                  <a:lnTo>
                    <a:pt x="394199" y="0"/>
                  </a:lnTo>
                  <a:lnTo>
                    <a:pt x="266380" y="131399"/>
                  </a:lnTo>
                  <a:close/>
                </a:path>
              </a:pathLst>
            </a:custGeom>
            <a:solidFill>
              <a:srgbClr val="D16F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1" name="Google Shape;121;p20"/>
            <p:cNvSpPr/>
            <p:nvPr/>
          </p:nvSpPr>
          <p:spPr>
            <a:xfrm>
              <a:off x="7106437" y="4472724"/>
              <a:ext cx="2037714" cy="671195"/>
            </a:xfrm>
            <a:custGeom>
              <a:rect b="b" l="l" r="r" t="t"/>
              <a:pathLst>
                <a:path extrusionOk="0" h="671195" w="2037715">
                  <a:moveTo>
                    <a:pt x="2037562" y="12"/>
                  </a:moveTo>
                  <a:lnTo>
                    <a:pt x="670966" y="12"/>
                  </a:lnTo>
                  <a:lnTo>
                    <a:pt x="668248" y="12"/>
                  </a:lnTo>
                  <a:lnTo>
                    <a:pt x="668248" y="2717"/>
                  </a:lnTo>
                  <a:lnTo>
                    <a:pt x="0" y="670788"/>
                  </a:lnTo>
                  <a:lnTo>
                    <a:pt x="670966" y="670788"/>
                  </a:lnTo>
                  <a:lnTo>
                    <a:pt x="2037562" y="670775"/>
                  </a:lnTo>
                  <a:lnTo>
                    <a:pt x="2037562" y="12"/>
                  </a:lnTo>
                  <a:close/>
                </a:path>
              </a:pathLst>
            </a:custGeom>
            <a:solidFill>
              <a:srgbClr val="C7D3E6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2" name="Google Shape;122;p20"/>
            <p:cNvSpPr/>
            <p:nvPr/>
          </p:nvSpPr>
          <p:spPr>
            <a:xfrm>
              <a:off x="6949808" y="4646739"/>
              <a:ext cx="2194560" cy="304800"/>
            </a:xfrm>
            <a:custGeom>
              <a:rect b="b" l="l" r="r" t="t"/>
              <a:pathLst>
                <a:path extrusionOk="0" h="304800" w="2194559">
                  <a:moveTo>
                    <a:pt x="2194191" y="12"/>
                  </a:moveTo>
                  <a:lnTo>
                    <a:pt x="304546" y="12"/>
                  </a:lnTo>
                  <a:lnTo>
                    <a:pt x="298145" y="12"/>
                  </a:lnTo>
                  <a:lnTo>
                    <a:pt x="298145" y="6413"/>
                  </a:lnTo>
                  <a:lnTo>
                    <a:pt x="0" y="304558"/>
                  </a:lnTo>
                  <a:lnTo>
                    <a:pt x="298145" y="304558"/>
                  </a:lnTo>
                  <a:lnTo>
                    <a:pt x="2194191" y="304571"/>
                  </a:lnTo>
                  <a:lnTo>
                    <a:pt x="2194191" y="12"/>
                  </a:lnTo>
                  <a:close/>
                </a:path>
              </a:pathLst>
            </a:custGeom>
            <a:solidFill>
              <a:srgbClr val="FF98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123" name="Google Shape;123;p20"/>
          <p:cNvSpPr txBox="1"/>
          <p:nvPr>
            <p:ph type="title"/>
          </p:nvPr>
        </p:nvSpPr>
        <p:spPr>
          <a:xfrm>
            <a:off x="-1" y="2924825"/>
            <a:ext cx="4564380" cy="20275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75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5486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NoSQL?</a:t>
            </a:r>
            <a:endParaRPr/>
          </a:p>
        </p:txBody>
      </p:sp>
      <p:sp>
        <p:nvSpPr>
          <p:cNvPr id="124" name="Google Shape;124;p20"/>
          <p:cNvSpPr txBox="1"/>
          <p:nvPr>
            <p:ph idx="12" type="sldNum"/>
          </p:nvPr>
        </p:nvSpPr>
        <p:spPr>
          <a:xfrm>
            <a:off x="8827389" y="4696030"/>
            <a:ext cx="230504" cy="204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50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1"/>
          <p:cNvSpPr txBox="1"/>
          <p:nvPr>
            <p:ph type="title"/>
          </p:nvPr>
        </p:nvSpPr>
        <p:spPr>
          <a:xfrm>
            <a:off x="-3" y="381007"/>
            <a:ext cx="6304280" cy="772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31775">
            <a:spAutoFit/>
          </a:bodyPr>
          <a:lstStyle/>
          <a:p>
            <a:pPr indent="0" lvl="0" marL="89979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Distributed Mindset</a:t>
            </a:r>
            <a:endParaRPr sz="2000"/>
          </a:p>
        </p:txBody>
      </p:sp>
      <p:pic>
        <p:nvPicPr>
          <p:cNvPr id="130" name="Google Shape;130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0022" y="1678547"/>
            <a:ext cx="4476543" cy="2459702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28233" y="1615275"/>
            <a:ext cx="4118441" cy="2341072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21"/>
          <p:cNvSpPr txBox="1"/>
          <p:nvPr>
            <p:ph idx="12" type="sldNum"/>
          </p:nvPr>
        </p:nvSpPr>
        <p:spPr>
          <a:xfrm>
            <a:off x="8827389" y="4696030"/>
            <a:ext cx="230504" cy="204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50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2"/>
          <p:cNvSpPr txBox="1"/>
          <p:nvPr>
            <p:ph type="title"/>
          </p:nvPr>
        </p:nvSpPr>
        <p:spPr>
          <a:xfrm>
            <a:off x="-3" y="381007"/>
            <a:ext cx="6304280" cy="772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31775">
            <a:spAutoFit/>
          </a:bodyPr>
          <a:lstStyle/>
          <a:p>
            <a:pPr indent="0" lvl="0" marL="89979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High Availability</a:t>
            </a:r>
            <a:endParaRPr sz="2000"/>
          </a:p>
        </p:txBody>
      </p:sp>
      <p:pic>
        <p:nvPicPr>
          <p:cNvPr id="138" name="Google Shape;138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7375" y="1545725"/>
            <a:ext cx="5619749" cy="2476499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22"/>
          <p:cNvSpPr txBox="1"/>
          <p:nvPr>
            <p:ph idx="12" type="sldNum"/>
          </p:nvPr>
        </p:nvSpPr>
        <p:spPr>
          <a:xfrm>
            <a:off x="8827389" y="4696030"/>
            <a:ext cx="230504" cy="204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50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3"/>
          <p:cNvSpPr txBox="1"/>
          <p:nvPr>
            <p:ph type="title"/>
          </p:nvPr>
        </p:nvSpPr>
        <p:spPr>
          <a:xfrm>
            <a:off x="-3" y="381007"/>
            <a:ext cx="6304280" cy="772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31775">
            <a:spAutoFit/>
          </a:bodyPr>
          <a:lstStyle/>
          <a:p>
            <a:pPr indent="0" lvl="0" marL="89979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Flexible Data Models</a:t>
            </a:r>
            <a:endParaRPr sz="2000"/>
          </a:p>
        </p:txBody>
      </p:sp>
      <p:pic>
        <p:nvPicPr>
          <p:cNvPr id="145" name="Google Shape;145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3600" y="1158775"/>
            <a:ext cx="5963838" cy="3984724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23"/>
          <p:cNvSpPr txBox="1"/>
          <p:nvPr>
            <p:ph idx="12" type="sldNum"/>
          </p:nvPr>
        </p:nvSpPr>
        <p:spPr>
          <a:xfrm>
            <a:off x="8827389" y="4696030"/>
            <a:ext cx="230504" cy="204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50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4"/>
          <p:cNvSpPr txBox="1"/>
          <p:nvPr>
            <p:ph type="title"/>
          </p:nvPr>
        </p:nvSpPr>
        <p:spPr>
          <a:xfrm>
            <a:off x="-3" y="381007"/>
            <a:ext cx="6304280" cy="772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31775">
            <a:spAutoFit/>
          </a:bodyPr>
          <a:lstStyle/>
          <a:p>
            <a:pPr indent="0" lvl="0" marL="89979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JSON</a:t>
            </a:r>
            <a:endParaRPr sz="2000"/>
          </a:p>
        </p:txBody>
      </p:sp>
      <p:pic>
        <p:nvPicPr>
          <p:cNvPr id="152" name="Google Shape;152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12350" y="1482562"/>
            <a:ext cx="2381249" cy="26574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1750" y="1411125"/>
            <a:ext cx="4524374" cy="2752724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24"/>
          <p:cNvSpPr txBox="1"/>
          <p:nvPr>
            <p:ph idx="12" type="sldNum"/>
          </p:nvPr>
        </p:nvSpPr>
        <p:spPr>
          <a:xfrm>
            <a:off x="8827389" y="4696030"/>
            <a:ext cx="230504" cy="204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50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9" name="Google Shape;159;p25"/>
          <p:cNvGrpSpPr/>
          <p:nvPr/>
        </p:nvGrpSpPr>
        <p:grpSpPr>
          <a:xfrm>
            <a:off x="626424" y="1594925"/>
            <a:ext cx="1038860" cy="821055"/>
            <a:chOff x="626424" y="1594925"/>
            <a:chExt cx="1038860" cy="821055"/>
          </a:xfrm>
        </p:grpSpPr>
        <p:sp>
          <p:nvSpPr>
            <p:cNvPr id="160" name="Google Shape;160;p25"/>
            <p:cNvSpPr/>
            <p:nvPr/>
          </p:nvSpPr>
          <p:spPr>
            <a:xfrm>
              <a:off x="626424" y="1594925"/>
              <a:ext cx="1038860" cy="821055"/>
            </a:xfrm>
            <a:custGeom>
              <a:rect b="b" l="l" r="r" t="t"/>
              <a:pathLst>
                <a:path extrusionOk="0" h="821055" w="1038860">
                  <a:moveTo>
                    <a:pt x="519374" y="820949"/>
                  </a:moveTo>
                  <a:lnTo>
                    <a:pt x="448898" y="819700"/>
                  </a:lnTo>
                  <a:lnTo>
                    <a:pt x="381304" y="816062"/>
                  </a:lnTo>
                  <a:lnTo>
                    <a:pt x="317210" y="810197"/>
                  </a:lnTo>
                  <a:lnTo>
                    <a:pt x="257236" y="802269"/>
                  </a:lnTo>
                  <a:lnTo>
                    <a:pt x="202000" y="792440"/>
                  </a:lnTo>
                  <a:lnTo>
                    <a:pt x="152121" y="780874"/>
                  </a:lnTo>
                  <a:lnTo>
                    <a:pt x="108218" y="767734"/>
                  </a:lnTo>
                  <a:lnTo>
                    <a:pt x="70909" y="753183"/>
                  </a:lnTo>
                  <a:lnTo>
                    <a:pt x="18552" y="720498"/>
                  </a:lnTo>
                  <a:lnTo>
                    <a:pt x="0" y="684124"/>
                  </a:lnTo>
                  <a:lnTo>
                    <a:pt x="0" y="136824"/>
                  </a:lnTo>
                  <a:lnTo>
                    <a:pt x="18552" y="100451"/>
                  </a:lnTo>
                  <a:lnTo>
                    <a:pt x="70909" y="67766"/>
                  </a:lnTo>
                  <a:lnTo>
                    <a:pt x="108218" y="53215"/>
                  </a:lnTo>
                  <a:lnTo>
                    <a:pt x="152121" y="40075"/>
                  </a:lnTo>
                  <a:lnTo>
                    <a:pt x="202000" y="28509"/>
                  </a:lnTo>
                  <a:lnTo>
                    <a:pt x="257236" y="18680"/>
                  </a:lnTo>
                  <a:lnTo>
                    <a:pt x="317210" y="10752"/>
                  </a:lnTo>
                  <a:lnTo>
                    <a:pt x="381304" y="4887"/>
                  </a:lnTo>
                  <a:lnTo>
                    <a:pt x="448898" y="1249"/>
                  </a:lnTo>
                  <a:lnTo>
                    <a:pt x="519374" y="0"/>
                  </a:lnTo>
                  <a:lnTo>
                    <a:pt x="589851" y="1249"/>
                  </a:lnTo>
                  <a:lnTo>
                    <a:pt x="657445" y="4887"/>
                  </a:lnTo>
                  <a:lnTo>
                    <a:pt x="721539" y="10752"/>
                  </a:lnTo>
                  <a:lnTo>
                    <a:pt x="781513" y="18680"/>
                  </a:lnTo>
                  <a:lnTo>
                    <a:pt x="836749" y="28509"/>
                  </a:lnTo>
                  <a:lnTo>
                    <a:pt x="886628" y="40075"/>
                  </a:lnTo>
                  <a:lnTo>
                    <a:pt x="930531" y="53215"/>
                  </a:lnTo>
                  <a:lnTo>
                    <a:pt x="967840" y="67766"/>
                  </a:lnTo>
                  <a:lnTo>
                    <a:pt x="1020197" y="100451"/>
                  </a:lnTo>
                  <a:lnTo>
                    <a:pt x="1038749" y="136824"/>
                  </a:lnTo>
                  <a:lnTo>
                    <a:pt x="1038749" y="684124"/>
                  </a:lnTo>
                  <a:lnTo>
                    <a:pt x="1020197" y="720498"/>
                  </a:lnTo>
                  <a:lnTo>
                    <a:pt x="967840" y="753183"/>
                  </a:lnTo>
                  <a:lnTo>
                    <a:pt x="930531" y="767734"/>
                  </a:lnTo>
                  <a:lnTo>
                    <a:pt x="886628" y="780874"/>
                  </a:lnTo>
                  <a:lnTo>
                    <a:pt x="836749" y="792440"/>
                  </a:lnTo>
                  <a:lnTo>
                    <a:pt x="781513" y="802269"/>
                  </a:lnTo>
                  <a:lnTo>
                    <a:pt x="721539" y="810197"/>
                  </a:lnTo>
                  <a:lnTo>
                    <a:pt x="657445" y="816062"/>
                  </a:lnTo>
                  <a:lnTo>
                    <a:pt x="589851" y="819700"/>
                  </a:lnTo>
                  <a:lnTo>
                    <a:pt x="519374" y="820949"/>
                  </a:lnTo>
                  <a:close/>
                </a:path>
              </a:pathLst>
            </a:custGeom>
            <a:solidFill>
              <a:srgbClr val="92A8C8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1" name="Google Shape;161;p25"/>
            <p:cNvSpPr/>
            <p:nvPr/>
          </p:nvSpPr>
          <p:spPr>
            <a:xfrm>
              <a:off x="626424" y="1731750"/>
              <a:ext cx="1038860" cy="137160"/>
            </a:xfrm>
            <a:custGeom>
              <a:rect b="b" l="l" r="r" t="t"/>
              <a:pathLst>
                <a:path extrusionOk="0" h="137160" w="1038860">
                  <a:moveTo>
                    <a:pt x="1038749" y="0"/>
                  </a:moveTo>
                  <a:lnTo>
                    <a:pt x="1034008" y="18566"/>
                  </a:lnTo>
                  <a:lnTo>
                    <a:pt x="1020197" y="36373"/>
                  </a:lnTo>
                  <a:lnTo>
                    <a:pt x="967840" y="69058"/>
                  </a:lnTo>
                  <a:lnTo>
                    <a:pt x="930531" y="83609"/>
                  </a:lnTo>
                  <a:lnTo>
                    <a:pt x="886628" y="96749"/>
                  </a:lnTo>
                  <a:lnTo>
                    <a:pt x="836749" y="108315"/>
                  </a:lnTo>
                  <a:lnTo>
                    <a:pt x="781513" y="118144"/>
                  </a:lnTo>
                  <a:lnTo>
                    <a:pt x="721539" y="126072"/>
                  </a:lnTo>
                  <a:lnTo>
                    <a:pt x="657445" y="131937"/>
                  </a:lnTo>
                  <a:lnTo>
                    <a:pt x="589851" y="135575"/>
                  </a:lnTo>
                  <a:lnTo>
                    <a:pt x="519374" y="136824"/>
                  </a:lnTo>
                  <a:lnTo>
                    <a:pt x="448898" y="135575"/>
                  </a:lnTo>
                  <a:lnTo>
                    <a:pt x="381304" y="131937"/>
                  </a:lnTo>
                  <a:lnTo>
                    <a:pt x="317210" y="126072"/>
                  </a:lnTo>
                  <a:lnTo>
                    <a:pt x="257236" y="118144"/>
                  </a:lnTo>
                  <a:lnTo>
                    <a:pt x="202000" y="108315"/>
                  </a:lnTo>
                  <a:lnTo>
                    <a:pt x="152121" y="96749"/>
                  </a:lnTo>
                  <a:lnTo>
                    <a:pt x="108218" y="83609"/>
                  </a:lnTo>
                  <a:lnTo>
                    <a:pt x="70909" y="69058"/>
                  </a:lnTo>
                  <a:lnTo>
                    <a:pt x="18552" y="36373"/>
                  </a:lnTo>
                  <a:lnTo>
                    <a:pt x="4741" y="18566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162" name="Google Shape;162;p25"/>
          <p:cNvSpPr txBox="1"/>
          <p:nvPr/>
        </p:nvSpPr>
        <p:spPr>
          <a:xfrm>
            <a:off x="699449" y="1949225"/>
            <a:ext cx="806450" cy="238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Collection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25"/>
          <p:cNvSpPr/>
          <p:nvPr/>
        </p:nvSpPr>
        <p:spPr>
          <a:xfrm>
            <a:off x="630699" y="2833049"/>
            <a:ext cx="1487805" cy="586740"/>
          </a:xfrm>
          <a:custGeom>
            <a:rect b="b" l="l" r="r" t="t"/>
            <a:pathLst>
              <a:path extrusionOk="0" h="586739" w="1487805">
                <a:moveTo>
                  <a:pt x="1389647" y="586499"/>
                </a:moveTo>
                <a:lnTo>
                  <a:pt x="97751" y="586499"/>
                </a:lnTo>
                <a:lnTo>
                  <a:pt x="59702" y="578818"/>
                </a:lnTo>
                <a:lnTo>
                  <a:pt x="28630" y="557869"/>
                </a:lnTo>
                <a:lnTo>
                  <a:pt x="7681" y="526797"/>
                </a:lnTo>
                <a:lnTo>
                  <a:pt x="0" y="488747"/>
                </a:lnTo>
                <a:lnTo>
                  <a:pt x="0" y="97751"/>
                </a:lnTo>
                <a:lnTo>
                  <a:pt x="7681" y="59702"/>
                </a:lnTo>
                <a:lnTo>
                  <a:pt x="28630" y="28630"/>
                </a:lnTo>
                <a:lnTo>
                  <a:pt x="59702" y="7681"/>
                </a:lnTo>
                <a:lnTo>
                  <a:pt x="97751" y="0"/>
                </a:lnTo>
                <a:lnTo>
                  <a:pt x="1389647" y="0"/>
                </a:lnTo>
                <a:lnTo>
                  <a:pt x="1427056" y="7440"/>
                </a:lnTo>
                <a:lnTo>
                  <a:pt x="1458769" y="28630"/>
                </a:lnTo>
                <a:lnTo>
                  <a:pt x="1479959" y="60343"/>
                </a:lnTo>
                <a:lnTo>
                  <a:pt x="1487399" y="97751"/>
                </a:lnTo>
                <a:lnTo>
                  <a:pt x="1487399" y="488747"/>
                </a:lnTo>
                <a:lnTo>
                  <a:pt x="1479718" y="526797"/>
                </a:lnTo>
                <a:lnTo>
                  <a:pt x="1458769" y="557869"/>
                </a:lnTo>
                <a:lnTo>
                  <a:pt x="1427697" y="578818"/>
                </a:lnTo>
                <a:lnTo>
                  <a:pt x="1389647" y="586499"/>
                </a:lnTo>
                <a:close/>
              </a:path>
            </a:pathLst>
          </a:custGeom>
          <a:solidFill>
            <a:srgbClr val="3E5378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64" name="Google Shape;164;p25"/>
          <p:cNvSpPr txBox="1"/>
          <p:nvPr/>
        </p:nvSpPr>
        <p:spPr>
          <a:xfrm>
            <a:off x="1045604" y="3001713"/>
            <a:ext cx="657860" cy="238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$project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25"/>
          <p:cNvSpPr/>
          <p:nvPr/>
        </p:nvSpPr>
        <p:spPr>
          <a:xfrm>
            <a:off x="2629924" y="2833049"/>
            <a:ext cx="1487805" cy="586740"/>
          </a:xfrm>
          <a:custGeom>
            <a:rect b="b" l="l" r="r" t="t"/>
            <a:pathLst>
              <a:path extrusionOk="0" h="586739" w="1487804">
                <a:moveTo>
                  <a:pt x="1389647" y="586499"/>
                </a:moveTo>
                <a:lnTo>
                  <a:pt x="97751" y="586499"/>
                </a:lnTo>
                <a:lnTo>
                  <a:pt x="59702" y="578818"/>
                </a:lnTo>
                <a:lnTo>
                  <a:pt x="28630" y="557869"/>
                </a:lnTo>
                <a:lnTo>
                  <a:pt x="7681" y="526797"/>
                </a:lnTo>
                <a:lnTo>
                  <a:pt x="0" y="488747"/>
                </a:lnTo>
                <a:lnTo>
                  <a:pt x="0" y="97751"/>
                </a:lnTo>
                <a:lnTo>
                  <a:pt x="7681" y="59702"/>
                </a:lnTo>
                <a:lnTo>
                  <a:pt x="28630" y="28630"/>
                </a:lnTo>
                <a:lnTo>
                  <a:pt x="59702" y="7681"/>
                </a:lnTo>
                <a:lnTo>
                  <a:pt x="97751" y="0"/>
                </a:lnTo>
                <a:lnTo>
                  <a:pt x="1389647" y="0"/>
                </a:lnTo>
                <a:lnTo>
                  <a:pt x="1427056" y="7440"/>
                </a:lnTo>
                <a:lnTo>
                  <a:pt x="1458769" y="28630"/>
                </a:lnTo>
                <a:lnTo>
                  <a:pt x="1479959" y="60343"/>
                </a:lnTo>
                <a:lnTo>
                  <a:pt x="1487399" y="97751"/>
                </a:lnTo>
                <a:lnTo>
                  <a:pt x="1487399" y="488747"/>
                </a:lnTo>
                <a:lnTo>
                  <a:pt x="1479718" y="526797"/>
                </a:lnTo>
                <a:lnTo>
                  <a:pt x="1458769" y="557869"/>
                </a:lnTo>
                <a:lnTo>
                  <a:pt x="1427697" y="578818"/>
                </a:lnTo>
                <a:lnTo>
                  <a:pt x="1389647" y="586499"/>
                </a:lnTo>
                <a:close/>
              </a:path>
            </a:pathLst>
          </a:custGeom>
          <a:solidFill>
            <a:srgbClr val="3E5378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66" name="Google Shape;166;p25"/>
          <p:cNvSpPr txBox="1"/>
          <p:nvPr/>
        </p:nvSpPr>
        <p:spPr>
          <a:xfrm>
            <a:off x="3069558" y="3001713"/>
            <a:ext cx="608330" cy="238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$match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25"/>
          <p:cNvSpPr/>
          <p:nvPr/>
        </p:nvSpPr>
        <p:spPr>
          <a:xfrm>
            <a:off x="4670212" y="2833049"/>
            <a:ext cx="1487805" cy="586740"/>
          </a:xfrm>
          <a:custGeom>
            <a:rect b="b" l="l" r="r" t="t"/>
            <a:pathLst>
              <a:path extrusionOk="0" h="586739" w="1487804">
                <a:moveTo>
                  <a:pt x="1389647" y="586499"/>
                </a:moveTo>
                <a:lnTo>
                  <a:pt x="97751" y="586499"/>
                </a:lnTo>
                <a:lnTo>
                  <a:pt x="59702" y="578818"/>
                </a:lnTo>
                <a:lnTo>
                  <a:pt x="28630" y="557869"/>
                </a:lnTo>
                <a:lnTo>
                  <a:pt x="7681" y="526797"/>
                </a:lnTo>
                <a:lnTo>
                  <a:pt x="0" y="488747"/>
                </a:lnTo>
                <a:lnTo>
                  <a:pt x="0" y="97751"/>
                </a:lnTo>
                <a:lnTo>
                  <a:pt x="7681" y="59702"/>
                </a:lnTo>
                <a:lnTo>
                  <a:pt x="28631" y="28630"/>
                </a:lnTo>
                <a:lnTo>
                  <a:pt x="59702" y="7681"/>
                </a:lnTo>
                <a:lnTo>
                  <a:pt x="97751" y="0"/>
                </a:lnTo>
                <a:lnTo>
                  <a:pt x="1389647" y="0"/>
                </a:lnTo>
                <a:lnTo>
                  <a:pt x="1427056" y="7440"/>
                </a:lnTo>
                <a:lnTo>
                  <a:pt x="1458769" y="28630"/>
                </a:lnTo>
                <a:lnTo>
                  <a:pt x="1479959" y="60343"/>
                </a:lnTo>
                <a:lnTo>
                  <a:pt x="1487399" y="97751"/>
                </a:lnTo>
                <a:lnTo>
                  <a:pt x="1487399" y="488747"/>
                </a:lnTo>
                <a:lnTo>
                  <a:pt x="1479718" y="526797"/>
                </a:lnTo>
                <a:lnTo>
                  <a:pt x="1458769" y="557869"/>
                </a:lnTo>
                <a:lnTo>
                  <a:pt x="1427697" y="578818"/>
                </a:lnTo>
                <a:lnTo>
                  <a:pt x="1389647" y="586499"/>
                </a:lnTo>
                <a:close/>
              </a:path>
            </a:pathLst>
          </a:custGeom>
          <a:solidFill>
            <a:srgbClr val="3E5378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68" name="Google Shape;168;p25"/>
          <p:cNvSpPr txBox="1"/>
          <p:nvPr/>
        </p:nvSpPr>
        <p:spPr>
          <a:xfrm>
            <a:off x="5124553" y="3001713"/>
            <a:ext cx="579120" cy="238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$group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25"/>
          <p:cNvSpPr/>
          <p:nvPr/>
        </p:nvSpPr>
        <p:spPr>
          <a:xfrm>
            <a:off x="6710499" y="2833049"/>
            <a:ext cx="1487805" cy="586740"/>
          </a:xfrm>
          <a:custGeom>
            <a:rect b="b" l="l" r="r" t="t"/>
            <a:pathLst>
              <a:path extrusionOk="0" h="586739" w="1487804">
                <a:moveTo>
                  <a:pt x="1389647" y="586499"/>
                </a:moveTo>
                <a:lnTo>
                  <a:pt x="97752" y="586499"/>
                </a:lnTo>
                <a:lnTo>
                  <a:pt x="59702" y="578818"/>
                </a:lnTo>
                <a:lnTo>
                  <a:pt x="28630" y="557869"/>
                </a:lnTo>
                <a:lnTo>
                  <a:pt x="7681" y="526797"/>
                </a:lnTo>
                <a:lnTo>
                  <a:pt x="0" y="488747"/>
                </a:lnTo>
                <a:lnTo>
                  <a:pt x="0" y="97751"/>
                </a:lnTo>
                <a:lnTo>
                  <a:pt x="7681" y="59702"/>
                </a:lnTo>
                <a:lnTo>
                  <a:pt x="28630" y="28630"/>
                </a:lnTo>
                <a:lnTo>
                  <a:pt x="59702" y="7681"/>
                </a:lnTo>
                <a:lnTo>
                  <a:pt x="97752" y="0"/>
                </a:lnTo>
                <a:lnTo>
                  <a:pt x="1389647" y="0"/>
                </a:lnTo>
                <a:lnTo>
                  <a:pt x="1427055" y="7440"/>
                </a:lnTo>
                <a:lnTo>
                  <a:pt x="1458768" y="28630"/>
                </a:lnTo>
                <a:lnTo>
                  <a:pt x="1479958" y="60343"/>
                </a:lnTo>
                <a:lnTo>
                  <a:pt x="1487399" y="97751"/>
                </a:lnTo>
                <a:lnTo>
                  <a:pt x="1487399" y="488747"/>
                </a:lnTo>
                <a:lnTo>
                  <a:pt x="1479718" y="526797"/>
                </a:lnTo>
                <a:lnTo>
                  <a:pt x="1458769" y="557869"/>
                </a:lnTo>
                <a:lnTo>
                  <a:pt x="1427697" y="578818"/>
                </a:lnTo>
                <a:lnTo>
                  <a:pt x="1389647" y="586499"/>
                </a:lnTo>
                <a:close/>
              </a:path>
            </a:pathLst>
          </a:custGeom>
          <a:solidFill>
            <a:srgbClr val="3E5378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70" name="Google Shape;170;p25"/>
          <p:cNvSpPr txBox="1"/>
          <p:nvPr/>
        </p:nvSpPr>
        <p:spPr>
          <a:xfrm>
            <a:off x="7243972" y="3001713"/>
            <a:ext cx="421005" cy="238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$sort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25"/>
          <p:cNvSpPr txBox="1"/>
          <p:nvPr/>
        </p:nvSpPr>
        <p:spPr>
          <a:xfrm>
            <a:off x="6771875" y="3606474"/>
            <a:ext cx="1487805" cy="586740"/>
          </a:xfrm>
          <a:prstGeom prst="rect">
            <a:avLst/>
          </a:prstGeom>
          <a:solidFill>
            <a:srgbClr val="92A8C8"/>
          </a:solidFill>
          <a:ln>
            <a:noFill/>
          </a:ln>
        </p:spPr>
        <p:txBody>
          <a:bodyPr anchorCtr="0" anchor="t" bIns="0" lIns="0" spcFirstLastPara="1" rIns="0" wrap="square" tIns="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9149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Result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72" name="Google Shape;172;p25"/>
          <p:cNvGrpSpPr/>
          <p:nvPr/>
        </p:nvGrpSpPr>
        <p:grpSpPr>
          <a:xfrm>
            <a:off x="107700" y="2162999"/>
            <a:ext cx="8648780" cy="1813830"/>
            <a:chOff x="107700" y="2162999"/>
            <a:chExt cx="8648780" cy="1813830"/>
          </a:xfrm>
        </p:grpSpPr>
        <p:sp>
          <p:nvSpPr>
            <p:cNvPr id="173" name="Google Shape;173;p25"/>
            <p:cNvSpPr/>
            <p:nvPr/>
          </p:nvSpPr>
          <p:spPr>
            <a:xfrm>
              <a:off x="2121799" y="3065999"/>
              <a:ext cx="519430" cy="217804"/>
            </a:xfrm>
            <a:custGeom>
              <a:rect b="b" l="l" r="r" t="t"/>
              <a:pathLst>
                <a:path extrusionOk="0" h="217804" w="519430">
                  <a:moveTo>
                    <a:pt x="410399" y="217799"/>
                  </a:moveTo>
                  <a:lnTo>
                    <a:pt x="410399" y="163349"/>
                  </a:lnTo>
                  <a:lnTo>
                    <a:pt x="0" y="163349"/>
                  </a:lnTo>
                  <a:lnTo>
                    <a:pt x="0" y="54449"/>
                  </a:lnTo>
                  <a:lnTo>
                    <a:pt x="410399" y="54449"/>
                  </a:lnTo>
                  <a:lnTo>
                    <a:pt x="410399" y="0"/>
                  </a:lnTo>
                  <a:lnTo>
                    <a:pt x="519299" y="108899"/>
                  </a:lnTo>
                  <a:lnTo>
                    <a:pt x="410399" y="217799"/>
                  </a:lnTo>
                  <a:close/>
                </a:path>
              </a:pathLst>
            </a:custGeom>
            <a:solidFill>
              <a:srgbClr val="C7D3E6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4" name="Google Shape;174;p25"/>
            <p:cNvSpPr/>
            <p:nvPr/>
          </p:nvSpPr>
          <p:spPr>
            <a:xfrm>
              <a:off x="2121799" y="3065999"/>
              <a:ext cx="519430" cy="217804"/>
            </a:xfrm>
            <a:custGeom>
              <a:rect b="b" l="l" r="r" t="t"/>
              <a:pathLst>
                <a:path extrusionOk="0" h="217804" w="519430">
                  <a:moveTo>
                    <a:pt x="0" y="54449"/>
                  </a:moveTo>
                  <a:lnTo>
                    <a:pt x="410399" y="54449"/>
                  </a:lnTo>
                  <a:lnTo>
                    <a:pt x="410399" y="0"/>
                  </a:lnTo>
                  <a:lnTo>
                    <a:pt x="519299" y="108899"/>
                  </a:lnTo>
                  <a:lnTo>
                    <a:pt x="410399" y="217799"/>
                  </a:lnTo>
                  <a:lnTo>
                    <a:pt x="410399" y="163349"/>
                  </a:lnTo>
                  <a:lnTo>
                    <a:pt x="0" y="163349"/>
                  </a:lnTo>
                  <a:lnTo>
                    <a:pt x="0" y="54449"/>
                  </a:lnTo>
                  <a:close/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5" name="Google Shape;175;p25"/>
            <p:cNvSpPr/>
            <p:nvPr/>
          </p:nvSpPr>
          <p:spPr>
            <a:xfrm>
              <a:off x="4117325" y="3065999"/>
              <a:ext cx="519430" cy="217804"/>
            </a:xfrm>
            <a:custGeom>
              <a:rect b="b" l="l" r="r" t="t"/>
              <a:pathLst>
                <a:path extrusionOk="0" h="217804" w="519429">
                  <a:moveTo>
                    <a:pt x="410399" y="217799"/>
                  </a:moveTo>
                  <a:lnTo>
                    <a:pt x="410399" y="163349"/>
                  </a:lnTo>
                  <a:lnTo>
                    <a:pt x="0" y="163349"/>
                  </a:lnTo>
                  <a:lnTo>
                    <a:pt x="0" y="54449"/>
                  </a:lnTo>
                  <a:lnTo>
                    <a:pt x="410399" y="54449"/>
                  </a:lnTo>
                  <a:lnTo>
                    <a:pt x="410399" y="0"/>
                  </a:lnTo>
                  <a:lnTo>
                    <a:pt x="519299" y="108899"/>
                  </a:lnTo>
                  <a:lnTo>
                    <a:pt x="410399" y="217799"/>
                  </a:lnTo>
                  <a:close/>
                </a:path>
              </a:pathLst>
            </a:custGeom>
            <a:solidFill>
              <a:srgbClr val="C7D3E6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6" name="Google Shape;176;p25"/>
            <p:cNvSpPr/>
            <p:nvPr/>
          </p:nvSpPr>
          <p:spPr>
            <a:xfrm>
              <a:off x="4117325" y="3065999"/>
              <a:ext cx="519430" cy="217804"/>
            </a:xfrm>
            <a:custGeom>
              <a:rect b="b" l="l" r="r" t="t"/>
              <a:pathLst>
                <a:path extrusionOk="0" h="217804" w="519429">
                  <a:moveTo>
                    <a:pt x="0" y="54449"/>
                  </a:moveTo>
                  <a:lnTo>
                    <a:pt x="410399" y="54449"/>
                  </a:lnTo>
                  <a:lnTo>
                    <a:pt x="410399" y="0"/>
                  </a:lnTo>
                  <a:lnTo>
                    <a:pt x="519299" y="108899"/>
                  </a:lnTo>
                  <a:lnTo>
                    <a:pt x="410399" y="217799"/>
                  </a:lnTo>
                  <a:lnTo>
                    <a:pt x="410399" y="163349"/>
                  </a:lnTo>
                  <a:lnTo>
                    <a:pt x="0" y="163349"/>
                  </a:lnTo>
                  <a:lnTo>
                    <a:pt x="0" y="54449"/>
                  </a:lnTo>
                  <a:close/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7" name="Google Shape;177;p25"/>
            <p:cNvSpPr/>
            <p:nvPr/>
          </p:nvSpPr>
          <p:spPr>
            <a:xfrm>
              <a:off x="6157624" y="3017399"/>
              <a:ext cx="519430" cy="217804"/>
            </a:xfrm>
            <a:custGeom>
              <a:rect b="b" l="l" r="r" t="t"/>
              <a:pathLst>
                <a:path extrusionOk="0" h="217805" w="519429">
                  <a:moveTo>
                    <a:pt x="410399" y="217799"/>
                  </a:moveTo>
                  <a:lnTo>
                    <a:pt x="410399" y="163349"/>
                  </a:lnTo>
                  <a:lnTo>
                    <a:pt x="0" y="163349"/>
                  </a:lnTo>
                  <a:lnTo>
                    <a:pt x="0" y="54449"/>
                  </a:lnTo>
                  <a:lnTo>
                    <a:pt x="410399" y="54449"/>
                  </a:lnTo>
                  <a:lnTo>
                    <a:pt x="410399" y="0"/>
                  </a:lnTo>
                  <a:lnTo>
                    <a:pt x="519299" y="108899"/>
                  </a:lnTo>
                  <a:lnTo>
                    <a:pt x="410399" y="217799"/>
                  </a:lnTo>
                  <a:close/>
                </a:path>
              </a:pathLst>
            </a:custGeom>
            <a:solidFill>
              <a:srgbClr val="C7D3E6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8" name="Google Shape;178;p25"/>
            <p:cNvSpPr/>
            <p:nvPr/>
          </p:nvSpPr>
          <p:spPr>
            <a:xfrm>
              <a:off x="6157624" y="3017399"/>
              <a:ext cx="519430" cy="217804"/>
            </a:xfrm>
            <a:custGeom>
              <a:rect b="b" l="l" r="r" t="t"/>
              <a:pathLst>
                <a:path extrusionOk="0" h="217805" w="519429">
                  <a:moveTo>
                    <a:pt x="0" y="54449"/>
                  </a:moveTo>
                  <a:lnTo>
                    <a:pt x="410399" y="54449"/>
                  </a:lnTo>
                  <a:lnTo>
                    <a:pt x="410399" y="0"/>
                  </a:lnTo>
                  <a:lnTo>
                    <a:pt x="519299" y="108899"/>
                  </a:lnTo>
                  <a:lnTo>
                    <a:pt x="410399" y="217799"/>
                  </a:lnTo>
                  <a:lnTo>
                    <a:pt x="410399" y="163349"/>
                  </a:lnTo>
                  <a:lnTo>
                    <a:pt x="0" y="163349"/>
                  </a:lnTo>
                  <a:lnTo>
                    <a:pt x="0" y="54449"/>
                  </a:lnTo>
                  <a:close/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9" name="Google Shape;179;p25"/>
            <p:cNvSpPr/>
            <p:nvPr/>
          </p:nvSpPr>
          <p:spPr>
            <a:xfrm>
              <a:off x="8237050" y="3502693"/>
              <a:ext cx="519430" cy="473709"/>
            </a:xfrm>
            <a:custGeom>
              <a:rect b="b" l="l" r="r" t="t"/>
              <a:pathLst>
                <a:path extrusionOk="0" h="473710" w="519429">
                  <a:moveTo>
                    <a:pt x="413800" y="278844"/>
                  </a:moveTo>
                  <a:lnTo>
                    <a:pt x="129824" y="278844"/>
                  </a:lnTo>
                  <a:lnTo>
                    <a:pt x="186963" y="266318"/>
                  </a:lnTo>
                  <a:lnTo>
                    <a:pt x="240899" y="249621"/>
                  </a:lnTo>
                  <a:lnTo>
                    <a:pt x="291245" y="229038"/>
                  </a:lnTo>
                  <a:lnTo>
                    <a:pt x="337613" y="204852"/>
                  </a:lnTo>
                  <a:lnTo>
                    <a:pt x="379614" y="177348"/>
                  </a:lnTo>
                  <a:lnTo>
                    <a:pt x="416861" y="146810"/>
                  </a:lnTo>
                  <a:lnTo>
                    <a:pt x="448965" y="113522"/>
                  </a:lnTo>
                  <a:lnTo>
                    <a:pt x="475540" y="77768"/>
                  </a:lnTo>
                  <a:lnTo>
                    <a:pt x="496196" y="39832"/>
                  </a:lnTo>
                  <a:lnTo>
                    <a:pt x="510545" y="0"/>
                  </a:lnTo>
                  <a:lnTo>
                    <a:pt x="517972" y="39191"/>
                  </a:lnTo>
                  <a:lnTo>
                    <a:pt x="519038" y="77955"/>
                  </a:lnTo>
                  <a:lnTo>
                    <a:pt x="514001" y="116013"/>
                  </a:lnTo>
                  <a:lnTo>
                    <a:pt x="503121" y="153088"/>
                  </a:lnTo>
                  <a:lnTo>
                    <a:pt x="486655" y="188902"/>
                  </a:lnTo>
                  <a:lnTo>
                    <a:pt x="464863" y="223178"/>
                  </a:lnTo>
                  <a:lnTo>
                    <a:pt x="438003" y="255637"/>
                  </a:lnTo>
                  <a:lnTo>
                    <a:pt x="413800" y="278844"/>
                  </a:lnTo>
                  <a:close/>
                </a:path>
                <a:path extrusionOk="0" h="473710" w="519429">
                  <a:moveTo>
                    <a:pt x="129824" y="473582"/>
                  </a:moveTo>
                  <a:lnTo>
                    <a:pt x="0" y="355031"/>
                  </a:lnTo>
                  <a:lnTo>
                    <a:pt x="129824" y="213932"/>
                  </a:lnTo>
                  <a:lnTo>
                    <a:pt x="129824" y="278844"/>
                  </a:lnTo>
                  <a:lnTo>
                    <a:pt x="413800" y="278844"/>
                  </a:lnTo>
                  <a:lnTo>
                    <a:pt x="370116" y="313997"/>
                  </a:lnTo>
                  <a:lnTo>
                    <a:pt x="329606" y="339341"/>
                  </a:lnTo>
                  <a:lnTo>
                    <a:pt x="285063" y="361758"/>
                  </a:lnTo>
                  <a:lnTo>
                    <a:pt x="236746" y="380970"/>
                  </a:lnTo>
                  <a:lnTo>
                    <a:pt x="184913" y="396700"/>
                  </a:lnTo>
                  <a:lnTo>
                    <a:pt x="129824" y="408669"/>
                  </a:lnTo>
                  <a:lnTo>
                    <a:pt x="129824" y="473582"/>
                  </a:lnTo>
                  <a:close/>
                </a:path>
              </a:pathLst>
            </a:custGeom>
            <a:solidFill>
              <a:srgbClr val="C7D3E6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0" name="Google Shape;180;p25"/>
            <p:cNvSpPr/>
            <p:nvPr/>
          </p:nvSpPr>
          <p:spPr>
            <a:xfrm>
              <a:off x="8237050" y="3082749"/>
              <a:ext cx="519430" cy="485140"/>
            </a:xfrm>
            <a:custGeom>
              <a:rect b="b" l="l" r="r" t="t"/>
              <a:pathLst>
                <a:path extrusionOk="0" h="485139" w="519429">
                  <a:moveTo>
                    <a:pt x="519299" y="484856"/>
                  </a:moveTo>
                  <a:lnTo>
                    <a:pt x="516252" y="446171"/>
                  </a:lnTo>
                  <a:lnTo>
                    <a:pt x="507322" y="408693"/>
                  </a:lnTo>
                  <a:lnTo>
                    <a:pt x="492825" y="372638"/>
                  </a:lnTo>
                  <a:lnTo>
                    <a:pt x="473079" y="338223"/>
                  </a:lnTo>
                  <a:lnTo>
                    <a:pt x="448400" y="305665"/>
                  </a:lnTo>
                  <a:lnTo>
                    <a:pt x="419105" y="275179"/>
                  </a:lnTo>
                  <a:lnTo>
                    <a:pt x="385510" y="246983"/>
                  </a:lnTo>
                  <a:lnTo>
                    <a:pt x="347934" y="221292"/>
                  </a:lnTo>
                  <a:lnTo>
                    <a:pt x="306691" y="198325"/>
                  </a:lnTo>
                  <a:lnTo>
                    <a:pt x="262100" y="178297"/>
                  </a:lnTo>
                  <a:lnTo>
                    <a:pt x="214477" y="161424"/>
                  </a:lnTo>
                  <a:lnTo>
                    <a:pt x="164138" y="147924"/>
                  </a:lnTo>
                  <a:lnTo>
                    <a:pt x="111402" y="138013"/>
                  </a:lnTo>
                  <a:lnTo>
                    <a:pt x="56583" y="131908"/>
                  </a:lnTo>
                  <a:lnTo>
                    <a:pt x="0" y="129824"/>
                  </a:lnTo>
                  <a:lnTo>
                    <a:pt x="0" y="0"/>
                  </a:lnTo>
                  <a:lnTo>
                    <a:pt x="56583" y="2083"/>
                  </a:lnTo>
                  <a:lnTo>
                    <a:pt x="111402" y="8188"/>
                  </a:lnTo>
                  <a:lnTo>
                    <a:pt x="164138" y="18099"/>
                  </a:lnTo>
                  <a:lnTo>
                    <a:pt x="214477" y="31599"/>
                  </a:lnTo>
                  <a:lnTo>
                    <a:pt x="262100" y="48472"/>
                  </a:lnTo>
                  <a:lnTo>
                    <a:pt x="306691" y="68500"/>
                  </a:lnTo>
                  <a:lnTo>
                    <a:pt x="347934" y="91467"/>
                  </a:lnTo>
                  <a:lnTo>
                    <a:pt x="385510" y="117158"/>
                  </a:lnTo>
                  <a:lnTo>
                    <a:pt x="419105" y="145354"/>
                  </a:lnTo>
                  <a:lnTo>
                    <a:pt x="448400" y="175840"/>
                  </a:lnTo>
                  <a:lnTo>
                    <a:pt x="473079" y="208398"/>
                  </a:lnTo>
                  <a:lnTo>
                    <a:pt x="492825" y="242813"/>
                  </a:lnTo>
                  <a:lnTo>
                    <a:pt x="507322" y="278868"/>
                  </a:lnTo>
                  <a:lnTo>
                    <a:pt x="516252" y="316346"/>
                  </a:lnTo>
                  <a:lnTo>
                    <a:pt x="519299" y="355031"/>
                  </a:lnTo>
                  <a:lnTo>
                    <a:pt x="519299" y="484856"/>
                  </a:lnTo>
                  <a:close/>
                </a:path>
              </a:pathLst>
            </a:custGeom>
            <a:solidFill>
              <a:srgbClr val="9FA8B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1" name="Google Shape;181;p25"/>
            <p:cNvSpPr/>
            <p:nvPr/>
          </p:nvSpPr>
          <p:spPr>
            <a:xfrm>
              <a:off x="8237050" y="3082749"/>
              <a:ext cx="519430" cy="894080"/>
            </a:xfrm>
            <a:custGeom>
              <a:rect b="b" l="l" r="r" t="t"/>
              <a:pathLst>
                <a:path extrusionOk="0" h="894079" w="519429">
                  <a:moveTo>
                    <a:pt x="519299" y="484856"/>
                  </a:moveTo>
                  <a:lnTo>
                    <a:pt x="516252" y="446171"/>
                  </a:lnTo>
                  <a:lnTo>
                    <a:pt x="507322" y="408693"/>
                  </a:lnTo>
                  <a:lnTo>
                    <a:pt x="492825" y="372638"/>
                  </a:lnTo>
                  <a:lnTo>
                    <a:pt x="473079" y="338223"/>
                  </a:lnTo>
                  <a:lnTo>
                    <a:pt x="448400" y="305665"/>
                  </a:lnTo>
                  <a:lnTo>
                    <a:pt x="419105" y="275179"/>
                  </a:lnTo>
                  <a:lnTo>
                    <a:pt x="385510" y="246983"/>
                  </a:lnTo>
                  <a:lnTo>
                    <a:pt x="347934" y="221292"/>
                  </a:lnTo>
                  <a:lnTo>
                    <a:pt x="306691" y="198325"/>
                  </a:lnTo>
                  <a:lnTo>
                    <a:pt x="262100" y="178297"/>
                  </a:lnTo>
                  <a:lnTo>
                    <a:pt x="214477" y="161424"/>
                  </a:lnTo>
                  <a:lnTo>
                    <a:pt x="164138" y="147924"/>
                  </a:lnTo>
                  <a:lnTo>
                    <a:pt x="111402" y="138013"/>
                  </a:lnTo>
                  <a:lnTo>
                    <a:pt x="56583" y="131908"/>
                  </a:lnTo>
                  <a:lnTo>
                    <a:pt x="0" y="129824"/>
                  </a:lnTo>
                  <a:lnTo>
                    <a:pt x="0" y="0"/>
                  </a:lnTo>
                  <a:lnTo>
                    <a:pt x="56583" y="2083"/>
                  </a:lnTo>
                  <a:lnTo>
                    <a:pt x="111402" y="8188"/>
                  </a:lnTo>
                  <a:lnTo>
                    <a:pt x="164138" y="18099"/>
                  </a:lnTo>
                  <a:lnTo>
                    <a:pt x="214477" y="31599"/>
                  </a:lnTo>
                  <a:lnTo>
                    <a:pt x="262100" y="48472"/>
                  </a:lnTo>
                  <a:lnTo>
                    <a:pt x="306691" y="68500"/>
                  </a:lnTo>
                  <a:lnTo>
                    <a:pt x="347934" y="91467"/>
                  </a:lnTo>
                  <a:lnTo>
                    <a:pt x="385510" y="117158"/>
                  </a:lnTo>
                  <a:lnTo>
                    <a:pt x="419105" y="145354"/>
                  </a:lnTo>
                  <a:lnTo>
                    <a:pt x="448400" y="175840"/>
                  </a:lnTo>
                  <a:lnTo>
                    <a:pt x="473079" y="208398"/>
                  </a:lnTo>
                  <a:lnTo>
                    <a:pt x="492825" y="242813"/>
                  </a:lnTo>
                  <a:lnTo>
                    <a:pt x="507322" y="278868"/>
                  </a:lnTo>
                  <a:lnTo>
                    <a:pt x="516252" y="316346"/>
                  </a:lnTo>
                  <a:lnTo>
                    <a:pt x="519299" y="355031"/>
                  </a:lnTo>
                  <a:lnTo>
                    <a:pt x="519299" y="484856"/>
                  </a:lnTo>
                  <a:lnTo>
                    <a:pt x="516015" y="524855"/>
                  </a:lnTo>
                  <a:lnTo>
                    <a:pt x="506372" y="563722"/>
                  </a:lnTo>
                  <a:lnTo>
                    <a:pt x="490687" y="601175"/>
                  </a:lnTo>
                  <a:lnTo>
                    <a:pt x="469276" y="636937"/>
                  </a:lnTo>
                  <a:lnTo>
                    <a:pt x="442455" y="670727"/>
                  </a:lnTo>
                  <a:lnTo>
                    <a:pt x="410542" y="702267"/>
                  </a:lnTo>
                  <a:lnTo>
                    <a:pt x="373852" y="731277"/>
                  </a:lnTo>
                  <a:lnTo>
                    <a:pt x="332702" y="757479"/>
                  </a:lnTo>
                  <a:lnTo>
                    <a:pt x="287408" y="780593"/>
                  </a:lnTo>
                  <a:lnTo>
                    <a:pt x="238286" y="800339"/>
                  </a:lnTo>
                  <a:lnTo>
                    <a:pt x="185653" y="816439"/>
                  </a:lnTo>
                  <a:lnTo>
                    <a:pt x="129824" y="828613"/>
                  </a:lnTo>
                  <a:lnTo>
                    <a:pt x="129824" y="893526"/>
                  </a:lnTo>
                  <a:lnTo>
                    <a:pt x="0" y="774974"/>
                  </a:lnTo>
                  <a:lnTo>
                    <a:pt x="129824" y="633876"/>
                  </a:lnTo>
                  <a:lnTo>
                    <a:pt x="129824" y="698788"/>
                  </a:lnTo>
                  <a:lnTo>
                    <a:pt x="186963" y="686262"/>
                  </a:lnTo>
                  <a:lnTo>
                    <a:pt x="240899" y="669565"/>
                  </a:lnTo>
                  <a:lnTo>
                    <a:pt x="291245" y="648982"/>
                  </a:lnTo>
                  <a:lnTo>
                    <a:pt x="337613" y="624796"/>
                  </a:lnTo>
                  <a:lnTo>
                    <a:pt x="379614" y="597292"/>
                  </a:lnTo>
                  <a:lnTo>
                    <a:pt x="416861" y="566753"/>
                  </a:lnTo>
                  <a:lnTo>
                    <a:pt x="448965" y="533465"/>
                  </a:lnTo>
                  <a:lnTo>
                    <a:pt x="475540" y="497712"/>
                  </a:lnTo>
                  <a:lnTo>
                    <a:pt x="496196" y="459776"/>
                  </a:lnTo>
                  <a:lnTo>
                    <a:pt x="510545" y="419943"/>
                  </a:ln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2" name="Google Shape;182;p25"/>
            <p:cNvSpPr/>
            <p:nvPr/>
          </p:nvSpPr>
          <p:spPr>
            <a:xfrm>
              <a:off x="107700" y="2601731"/>
              <a:ext cx="519430" cy="619760"/>
            </a:xfrm>
            <a:custGeom>
              <a:rect b="b" l="l" r="r" t="t"/>
              <a:pathLst>
                <a:path extrusionOk="0" h="619760" w="519430">
                  <a:moveTo>
                    <a:pt x="389474" y="619537"/>
                  </a:moveTo>
                  <a:lnTo>
                    <a:pt x="389474" y="554624"/>
                  </a:lnTo>
                  <a:lnTo>
                    <a:pt x="337831" y="540914"/>
                  </a:lnTo>
                  <a:lnTo>
                    <a:pt x="288890" y="523047"/>
                  </a:lnTo>
                  <a:lnTo>
                    <a:pt x="242899" y="501296"/>
                  </a:lnTo>
                  <a:lnTo>
                    <a:pt x="200107" y="475931"/>
                  </a:lnTo>
                  <a:lnTo>
                    <a:pt x="160763" y="447224"/>
                  </a:lnTo>
                  <a:lnTo>
                    <a:pt x="125116" y="415447"/>
                  </a:lnTo>
                  <a:lnTo>
                    <a:pt x="93415" y="380870"/>
                  </a:lnTo>
                  <a:lnTo>
                    <a:pt x="65908" y="343766"/>
                  </a:lnTo>
                  <a:lnTo>
                    <a:pt x="42844" y="304405"/>
                  </a:lnTo>
                  <a:lnTo>
                    <a:pt x="24473" y="263059"/>
                  </a:lnTo>
                  <a:lnTo>
                    <a:pt x="11042" y="219999"/>
                  </a:lnTo>
                  <a:lnTo>
                    <a:pt x="2802" y="175497"/>
                  </a:lnTo>
                  <a:lnTo>
                    <a:pt x="0" y="129824"/>
                  </a:lnTo>
                  <a:lnTo>
                    <a:pt x="0" y="0"/>
                  </a:lnTo>
                  <a:lnTo>
                    <a:pt x="2802" y="45672"/>
                  </a:lnTo>
                  <a:lnTo>
                    <a:pt x="11042" y="90174"/>
                  </a:lnTo>
                  <a:lnTo>
                    <a:pt x="24473" y="133234"/>
                  </a:lnTo>
                  <a:lnTo>
                    <a:pt x="42844" y="174580"/>
                  </a:lnTo>
                  <a:lnTo>
                    <a:pt x="65908" y="213941"/>
                  </a:lnTo>
                  <a:lnTo>
                    <a:pt x="93415" y="251045"/>
                  </a:lnTo>
                  <a:lnTo>
                    <a:pt x="125116" y="285622"/>
                  </a:lnTo>
                  <a:lnTo>
                    <a:pt x="160763" y="317399"/>
                  </a:lnTo>
                  <a:lnTo>
                    <a:pt x="200107" y="346106"/>
                  </a:lnTo>
                  <a:lnTo>
                    <a:pt x="242899" y="371471"/>
                  </a:lnTo>
                  <a:lnTo>
                    <a:pt x="288890" y="393222"/>
                  </a:lnTo>
                  <a:lnTo>
                    <a:pt x="337831" y="411089"/>
                  </a:lnTo>
                  <a:lnTo>
                    <a:pt x="389474" y="424799"/>
                  </a:lnTo>
                  <a:lnTo>
                    <a:pt x="448096" y="424799"/>
                  </a:lnTo>
                  <a:lnTo>
                    <a:pt x="519299" y="503643"/>
                  </a:lnTo>
                  <a:lnTo>
                    <a:pt x="389474" y="619537"/>
                  </a:lnTo>
                  <a:close/>
                </a:path>
                <a:path extrusionOk="0" h="619760" w="519430">
                  <a:moveTo>
                    <a:pt x="448096" y="424799"/>
                  </a:moveTo>
                  <a:lnTo>
                    <a:pt x="389474" y="424799"/>
                  </a:lnTo>
                  <a:lnTo>
                    <a:pt x="389474" y="359887"/>
                  </a:lnTo>
                  <a:lnTo>
                    <a:pt x="448096" y="424799"/>
                  </a:lnTo>
                  <a:close/>
                </a:path>
              </a:pathLst>
            </a:custGeom>
            <a:solidFill>
              <a:srgbClr val="C7D3E6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3" name="Google Shape;183;p25"/>
            <p:cNvSpPr/>
            <p:nvPr/>
          </p:nvSpPr>
          <p:spPr>
            <a:xfrm>
              <a:off x="108111" y="2162999"/>
              <a:ext cx="519430" cy="504190"/>
            </a:xfrm>
            <a:custGeom>
              <a:rect b="b" l="l" r="r" t="t"/>
              <a:pathLst>
                <a:path extrusionOk="0" h="504189" w="519430">
                  <a:moveTo>
                    <a:pt x="5303" y="503643"/>
                  </a:moveTo>
                  <a:lnTo>
                    <a:pt x="0" y="456260"/>
                  </a:lnTo>
                  <a:lnTo>
                    <a:pt x="771" y="409084"/>
                  </a:lnTo>
                  <a:lnTo>
                    <a:pt x="7483" y="362509"/>
                  </a:lnTo>
                  <a:lnTo>
                    <a:pt x="20002" y="316927"/>
                  </a:lnTo>
                  <a:lnTo>
                    <a:pt x="38193" y="272729"/>
                  </a:lnTo>
                  <a:lnTo>
                    <a:pt x="61923" y="230309"/>
                  </a:lnTo>
                  <a:lnTo>
                    <a:pt x="91056" y="190058"/>
                  </a:lnTo>
                  <a:lnTo>
                    <a:pt x="125459" y="152369"/>
                  </a:lnTo>
                  <a:lnTo>
                    <a:pt x="159957" y="121665"/>
                  </a:lnTo>
                  <a:lnTo>
                    <a:pt x="197479" y="94126"/>
                  </a:lnTo>
                  <a:lnTo>
                    <a:pt x="237717" y="69870"/>
                  </a:lnTo>
                  <a:lnTo>
                    <a:pt x="280361" y="49019"/>
                  </a:lnTo>
                  <a:lnTo>
                    <a:pt x="325104" y="31691"/>
                  </a:lnTo>
                  <a:lnTo>
                    <a:pt x="371637" y="18005"/>
                  </a:lnTo>
                  <a:lnTo>
                    <a:pt x="419651" y="8082"/>
                  </a:lnTo>
                  <a:lnTo>
                    <a:pt x="468837" y="2040"/>
                  </a:lnTo>
                  <a:lnTo>
                    <a:pt x="518888" y="0"/>
                  </a:lnTo>
                  <a:lnTo>
                    <a:pt x="518888" y="129824"/>
                  </a:lnTo>
                  <a:lnTo>
                    <a:pt x="468020" y="131914"/>
                  </a:lnTo>
                  <a:lnTo>
                    <a:pt x="418437" y="138059"/>
                  </a:lnTo>
                  <a:lnTo>
                    <a:pt x="370390" y="148077"/>
                  </a:lnTo>
                  <a:lnTo>
                    <a:pt x="324130" y="161784"/>
                  </a:lnTo>
                  <a:lnTo>
                    <a:pt x="279911" y="178997"/>
                  </a:lnTo>
                  <a:lnTo>
                    <a:pt x="237983" y="199534"/>
                  </a:lnTo>
                  <a:lnTo>
                    <a:pt x="198598" y="223209"/>
                  </a:lnTo>
                  <a:lnTo>
                    <a:pt x="162009" y="249841"/>
                  </a:lnTo>
                  <a:lnTo>
                    <a:pt x="128467" y="279246"/>
                  </a:lnTo>
                  <a:lnTo>
                    <a:pt x="98223" y="311241"/>
                  </a:lnTo>
                  <a:lnTo>
                    <a:pt x="71530" y="345642"/>
                  </a:lnTo>
                  <a:lnTo>
                    <a:pt x="48640" y="382266"/>
                  </a:lnTo>
                  <a:lnTo>
                    <a:pt x="29804" y="420930"/>
                  </a:lnTo>
                  <a:lnTo>
                    <a:pt x="15275" y="461450"/>
                  </a:lnTo>
                  <a:lnTo>
                    <a:pt x="5303" y="503643"/>
                  </a:lnTo>
                  <a:close/>
                </a:path>
              </a:pathLst>
            </a:custGeom>
            <a:solidFill>
              <a:srgbClr val="9FA8B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4" name="Google Shape;184;p25"/>
            <p:cNvSpPr/>
            <p:nvPr/>
          </p:nvSpPr>
          <p:spPr>
            <a:xfrm>
              <a:off x="107700" y="2162999"/>
              <a:ext cx="519430" cy="1058545"/>
            </a:xfrm>
            <a:custGeom>
              <a:rect b="b" l="l" r="r" t="t"/>
              <a:pathLst>
                <a:path extrusionOk="0" h="1058545" w="519430">
                  <a:moveTo>
                    <a:pt x="0" y="438731"/>
                  </a:moveTo>
                  <a:lnTo>
                    <a:pt x="2802" y="484404"/>
                  </a:lnTo>
                  <a:lnTo>
                    <a:pt x="11042" y="528906"/>
                  </a:lnTo>
                  <a:lnTo>
                    <a:pt x="24473" y="571965"/>
                  </a:lnTo>
                  <a:lnTo>
                    <a:pt x="42844" y="613311"/>
                  </a:lnTo>
                  <a:lnTo>
                    <a:pt x="65908" y="652672"/>
                  </a:lnTo>
                  <a:lnTo>
                    <a:pt x="93415" y="689776"/>
                  </a:lnTo>
                  <a:lnTo>
                    <a:pt x="125116" y="724353"/>
                  </a:lnTo>
                  <a:lnTo>
                    <a:pt x="160763" y="756130"/>
                  </a:lnTo>
                  <a:lnTo>
                    <a:pt x="200107" y="784837"/>
                  </a:lnTo>
                  <a:lnTo>
                    <a:pt x="242899" y="810202"/>
                  </a:lnTo>
                  <a:lnTo>
                    <a:pt x="288890" y="831953"/>
                  </a:lnTo>
                  <a:lnTo>
                    <a:pt x="337831" y="849820"/>
                  </a:lnTo>
                  <a:lnTo>
                    <a:pt x="389474" y="863530"/>
                  </a:lnTo>
                  <a:lnTo>
                    <a:pt x="389474" y="798618"/>
                  </a:lnTo>
                  <a:lnTo>
                    <a:pt x="519299" y="942374"/>
                  </a:lnTo>
                  <a:lnTo>
                    <a:pt x="389474" y="1058268"/>
                  </a:lnTo>
                  <a:lnTo>
                    <a:pt x="389474" y="993355"/>
                  </a:lnTo>
                  <a:lnTo>
                    <a:pt x="337831" y="979645"/>
                  </a:lnTo>
                  <a:lnTo>
                    <a:pt x="288890" y="961778"/>
                  </a:lnTo>
                  <a:lnTo>
                    <a:pt x="242899" y="940027"/>
                  </a:lnTo>
                  <a:lnTo>
                    <a:pt x="200107" y="914662"/>
                  </a:lnTo>
                  <a:lnTo>
                    <a:pt x="160763" y="885955"/>
                  </a:lnTo>
                  <a:lnTo>
                    <a:pt x="125116" y="854178"/>
                  </a:lnTo>
                  <a:lnTo>
                    <a:pt x="93415" y="819601"/>
                  </a:lnTo>
                  <a:lnTo>
                    <a:pt x="65908" y="782497"/>
                  </a:lnTo>
                  <a:lnTo>
                    <a:pt x="42844" y="743136"/>
                  </a:lnTo>
                  <a:lnTo>
                    <a:pt x="24473" y="701790"/>
                  </a:lnTo>
                  <a:lnTo>
                    <a:pt x="11042" y="658731"/>
                  </a:lnTo>
                  <a:lnTo>
                    <a:pt x="2802" y="614229"/>
                  </a:lnTo>
                  <a:lnTo>
                    <a:pt x="0" y="568556"/>
                  </a:lnTo>
                  <a:lnTo>
                    <a:pt x="0" y="438731"/>
                  </a:lnTo>
                  <a:lnTo>
                    <a:pt x="2681" y="393873"/>
                  </a:lnTo>
                  <a:lnTo>
                    <a:pt x="10550" y="350311"/>
                  </a:lnTo>
                  <a:lnTo>
                    <a:pt x="23346" y="308266"/>
                  </a:lnTo>
                  <a:lnTo>
                    <a:pt x="40809" y="267957"/>
                  </a:lnTo>
                  <a:lnTo>
                    <a:pt x="62676" y="229605"/>
                  </a:lnTo>
                  <a:lnTo>
                    <a:pt x="88688" y="193432"/>
                  </a:lnTo>
                  <a:lnTo>
                    <a:pt x="118582" y="159657"/>
                  </a:lnTo>
                  <a:lnTo>
                    <a:pt x="152099" y="128501"/>
                  </a:lnTo>
                  <a:lnTo>
                    <a:pt x="188976" y="100184"/>
                  </a:lnTo>
                  <a:lnTo>
                    <a:pt x="228954" y="74928"/>
                  </a:lnTo>
                  <a:lnTo>
                    <a:pt x="271770" y="52952"/>
                  </a:lnTo>
                  <a:lnTo>
                    <a:pt x="317165" y="34477"/>
                  </a:lnTo>
                  <a:lnTo>
                    <a:pt x="364876" y="19724"/>
                  </a:lnTo>
                  <a:lnTo>
                    <a:pt x="414642" y="8913"/>
                  </a:lnTo>
                  <a:lnTo>
                    <a:pt x="466204" y="2265"/>
                  </a:lnTo>
                  <a:lnTo>
                    <a:pt x="519299" y="0"/>
                  </a:lnTo>
                  <a:lnTo>
                    <a:pt x="519299" y="129824"/>
                  </a:lnTo>
                  <a:lnTo>
                    <a:pt x="468432" y="131914"/>
                  </a:lnTo>
                  <a:lnTo>
                    <a:pt x="418849" y="138059"/>
                  </a:lnTo>
                  <a:lnTo>
                    <a:pt x="370802" y="148077"/>
                  </a:lnTo>
                  <a:lnTo>
                    <a:pt x="324542" y="161784"/>
                  </a:lnTo>
                  <a:lnTo>
                    <a:pt x="280323" y="178997"/>
                  </a:lnTo>
                  <a:lnTo>
                    <a:pt x="238395" y="199534"/>
                  </a:lnTo>
                  <a:lnTo>
                    <a:pt x="199010" y="223209"/>
                  </a:lnTo>
                  <a:lnTo>
                    <a:pt x="162421" y="249841"/>
                  </a:lnTo>
                  <a:lnTo>
                    <a:pt x="128878" y="279246"/>
                  </a:lnTo>
                  <a:lnTo>
                    <a:pt x="98635" y="311241"/>
                  </a:lnTo>
                  <a:lnTo>
                    <a:pt x="71942" y="345642"/>
                  </a:lnTo>
                  <a:lnTo>
                    <a:pt x="49052" y="382266"/>
                  </a:lnTo>
                  <a:lnTo>
                    <a:pt x="30216" y="420930"/>
                  </a:lnTo>
                  <a:lnTo>
                    <a:pt x="15687" y="461450"/>
                  </a:lnTo>
                  <a:lnTo>
                    <a:pt x="5715" y="503643"/>
                  </a:ln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5" name="Google Shape;185;p25"/>
            <p:cNvSpPr/>
            <p:nvPr/>
          </p:nvSpPr>
          <p:spPr>
            <a:xfrm>
              <a:off x="718075" y="3673924"/>
              <a:ext cx="5778500" cy="267335"/>
            </a:xfrm>
            <a:custGeom>
              <a:rect b="b" l="l" r="r" t="t"/>
              <a:pathLst>
                <a:path extrusionOk="0" h="267335" w="5778500">
                  <a:moveTo>
                    <a:pt x="5644349" y="267299"/>
                  </a:moveTo>
                  <a:lnTo>
                    <a:pt x="5644349" y="200474"/>
                  </a:lnTo>
                  <a:lnTo>
                    <a:pt x="0" y="200474"/>
                  </a:lnTo>
                  <a:lnTo>
                    <a:pt x="0" y="66824"/>
                  </a:lnTo>
                  <a:lnTo>
                    <a:pt x="5644349" y="66824"/>
                  </a:lnTo>
                  <a:lnTo>
                    <a:pt x="5644349" y="0"/>
                  </a:lnTo>
                  <a:lnTo>
                    <a:pt x="5777999" y="133649"/>
                  </a:lnTo>
                  <a:lnTo>
                    <a:pt x="5644349" y="267299"/>
                  </a:lnTo>
                  <a:close/>
                </a:path>
              </a:pathLst>
            </a:custGeom>
            <a:solidFill>
              <a:srgbClr val="E0E4E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6" name="Google Shape;186;p25"/>
            <p:cNvSpPr/>
            <p:nvPr/>
          </p:nvSpPr>
          <p:spPr>
            <a:xfrm>
              <a:off x="718075" y="3673924"/>
              <a:ext cx="5778500" cy="267335"/>
            </a:xfrm>
            <a:custGeom>
              <a:rect b="b" l="l" r="r" t="t"/>
              <a:pathLst>
                <a:path extrusionOk="0" h="267335" w="5778500">
                  <a:moveTo>
                    <a:pt x="0" y="66824"/>
                  </a:moveTo>
                  <a:lnTo>
                    <a:pt x="5644349" y="66824"/>
                  </a:lnTo>
                  <a:lnTo>
                    <a:pt x="5644349" y="0"/>
                  </a:lnTo>
                  <a:lnTo>
                    <a:pt x="5777999" y="133649"/>
                  </a:lnTo>
                  <a:lnTo>
                    <a:pt x="5644349" y="267299"/>
                  </a:lnTo>
                  <a:lnTo>
                    <a:pt x="5644349" y="200474"/>
                  </a:lnTo>
                  <a:lnTo>
                    <a:pt x="0" y="200474"/>
                  </a:lnTo>
                  <a:lnTo>
                    <a:pt x="0" y="66824"/>
                  </a:lnTo>
                  <a:close/>
                </a:path>
              </a:pathLst>
            </a:custGeom>
            <a:noFill/>
            <a:ln cap="flat" cmpd="sng" w="9525">
              <a:solidFill>
                <a:srgbClr val="43434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187" name="Google Shape;187;p25"/>
          <p:cNvSpPr txBox="1"/>
          <p:nvPr/>
        </p:nvSpPr>
        <p:spPr>
          <a:xfrm>
            <a:off x="2395816" y="4107238"/>
            <a:ext cx="1786889" cy="238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Roboto"/>
                <a:ea typeface="Roboto"/>
                <a:cs typeface="Roboto"/>
                <a:sym typeface="Roboto"/>
              </a:rPr>
              <a:t>Pipeline - series of stages</a:t>
            </a:r>
            <a:endParaRPr sz="14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8" name="Google Shape;188;p25"/>
          <p:cNvSpPr txBox="1"/>
          <p:nvPr>
            <p:ph idx="12" type="sldNum"/>
          </p:nvPr>
        </p:nvSpPr>
        <p:spPr>
          <a:xfrm>
            <a:off x="8827389" y="4696030"/>
            <a:ext cx="230504" cy="204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50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9" name="Google Shape;189;p25"/>
          <p:cNvSpPr txBox="1"/>
          <p:nvPr>
            <p:ph type="title"/>
          </p:nvPr>
        </p:nvSpPr>
        <p:spPr>
          <a:xfrm>
            <a:off x="-3" y="381007"/>
            <a:ext cx="6304280" cy="772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31775">
            <a:spAutoFit/>
          </a:bodyPr>
          <a:lstStyle/>
          <a:p>
            <a:pPr indent="0" lvl="0" marL="89979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Aggregation Pipeline</a:t>
            </a:r>
            <a:endParaRPr sz="20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" name="Google Shape;194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77212" y="304800"/>
            <a:ext cx="6722874" cy="4838699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26"/>
          <p:cNvSpPr txBox="1"/>
          <p:nvPr>
            <p:ph idx="12" type="sldNum"/>
          </p:nvPr>
        </p:nvSpPr>
        <p:spPr>
          <a:xfrm>
            <a:off x="8827389" y="4696030"/>
            <a:ext cx="230504" cy="204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50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0" name="Google Shape;200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4200" y="1755075"/>
            <a:ext cx="7612550" cy="2591250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27"/>
          <p:cNvSpPr txBox="1"/>
          <p:nvPr/>
        </p:nvSpPr>
        <p:spPr>
          <a:xfrm>
            <a:off x="99400" y="596350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899793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$match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8"/>
          <p:cNvSpPr txBox="1"/>
          <p:nvPr>
            <p:ph type="title"/>
          </p:nvPr>
        </p:nvSpPr>
        <p:spPr>
          <a:xfrm>
            <a:off x="-3" y="381007"/>
            <a:ext cx="6304280" cy="772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31775">
            <a:spAutoFit/>
          </a:bodyPr>
          <a:lstStyle/>
          <a:p>
            <a:pPr indent="0" lvl="0" marL="89979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$group</a:t>
            </a:r>
            <a:endParaRPr sz="2000"/>
          </a:p>
        </p:txBody>
      </p:sp>
      <p:sp>
        <p:nvSpPr>
          <p:cNvPr id="207" name="Google Shape;207;p28"/>
          <p:cNvSpPr txBox="1"/>
          <p:nvPr>
            <p:ph idx="12" type="sldNum"/>
          </p:nvPr>
        </p:nvSpPr>
        <p:spPr>
          <a:xfrm>
            <a:off x="8827389" y="4696030"/>
            <a:ext cx="230504" cy="204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50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8" name="Google Shape;208;p28"/>
          <p:cNvSpPr txBox="1"/>
          <p:nvPr/>
        </p:nvSpPr>
        <p:spPr>
          <a:xfrm>
            <a:off x="985555" y="1194743"/>
            <a:ext cx="5657215" cy="3273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44125">
            <a:spAutoFit/>
          </a:bodyPr>
          <a:lstStyle/>
          <a:p>
            <a:pPr indent="-359410" lvl="0" marL="37147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3148"/>
              </a:buClr>
              <a:buSzPts val="1700"/>
              <a:buFont typeface="Arial"/>
              <a:buChar char="●"/>
            </a:pPr>
            <a:r>
              <a:rPr lang="en" sz="1700">
                <a:solidFill>
                  <a:srgbClr val="263148"/>
                </a:solidFill>
                <a:latin typeface="Roboto"/>
                <a:ea typeface="Roboto"/>
                <a:cs typeface="Roboto"/>
                <a:sym typeface="Roboto"/>
              </a:rPr>
              <a:t>Groups the remaining documents by any ﬁeld.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  <a:p>
            <a:pPr indent="-359410" lvl="0" marL="371475" marR="5080" rtl="0" algn="l">
              <a:lnSpc>
                <a:spcPct val="119411"/>
              </a:lnSpc>
              <a:spcBef>
                <a:spcPts val="1110"/>
              </a:spcBef>
              <a:spcAft>
                <a:spcPts val="0"/>
              </a:spcAft>
              <a:buClr>
                <a:srgbClr val="263148"/>
              </a:buClr>
              <a:buSzPts val="1700"/>
              <a:buFont typeface="Arial"/>
              <a:buChar char="●"/>
            </a:pPr>
            <a:r>
              <a:rPr lang="en" sz="1700">
                <a:solidFill>
                  <a:srgbClr val="263148"/>
                </a:solidFill>
                <a:latin typeface="Roboto"/>
                <a:ea typeface="Roboto"/>
                <a:cs typeface="Roboto"/>
                <a:sym typeface="Roboto"/>
              </a:rPr>
              <a:t>Can use </a:t>
            </a:r>
            <a:r>
              <a:rPr lang="en" sz="1700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3"/>
              </a:rPr>
              <a:t>$sum </a:t>
            </a:r>
            <a:r>
              <a:rPr lang="en" sz="1700">
                <a:solidFill>
                  <a:srgbClr val="263148"/>
                </a:solidFill>
                <a:latin typeface="Roboto"/>
                <a:ea typeface="Roboto"/>
                <a:cs typeface="Roboto"/>
                <a:sym typeface="Roboto"/>
              </a:rPr>
              <a:t>to calculate the total for speciﬁc set of data. The  total thus obtained is stored and returned by the aggregation  pipeline.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  <a:p>
            <a:pPr indent="-359410" lvl="0" marL="371475" marR="0" rtl="0" algn="l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Clr>
                <a:srgbClr val="263148"/>
              </a:buClr>
              <a:buSzPts val="1700"/>
              <a:buFont typeface="Arial"/>
              <a:buChar char="●"/>
            </a:pPr>
            <a:r>
              <a:rPr lang="en" sz="1700">
                <a:solidFill>
                  <a:srgbClr val="263148"/>
                </a:solidFill>
                <a:latin typeface="Roboto"/>
                <a:ea typeface="Roboto"/>
                <a:cs typeface="Roboto"/>
                <a:sym typeface="Roboto"/>
              </a:rPr>
              <a:t>Groups the documents by date using </a:t>
            </a:r>
            <a:r>
              <a:rPr lang="en" sz="1700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4"/>
              </a:rPr>
              <a:t>$dateToString</a:t>
            </a:r>
            <a:r>
              <a:rPr lang="en" sz="1700">
                <a:solidFill>
                  <a:srgbClr val="263148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  <a:p>
            <a:pPr indent="-359410" lvl="0" marL="371475" marR="0" rtl="0" algn="l">
              <a:lnSpc>
                <a:spcPct val="100000"/>
              </a:lnSpc>
              <a:spcBef>
                <a:spcPts val="1035"/>
              </a:spcBef>
              <a:spcAft>
                <a:spcPts val="0"/>
              </a:spcAft>
              <a:buClr>
                <a:srgbClr val="263148"/>
              </a:buClr>
              <a:buSzPts val="1700"/>
              <a:buFont typeface="Arial"/>
              <a:buChar char="●"/>
            </a:pPr>
            <a:r>
              <a:rPr lang="en" sz="1700">
                <a:solidFill>
                  <a:srgbClr val="263148"/>
                </a:solidFill>
                <a:latin typeface="Roboto"/>
                <a:ea typeface="Roboto"/>
                <a:cs typeface="Roboto"/>
                <a:sym typeface="Roboto"/>
              </a:rPr>
              <a:t>For each group, calculates: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  <a:p>
            <a:pPr indent="-382269" lvl="1" marL="828675" marR="0" rtl="0" algn="l">
              <a:lnSpc>
                <a:spcPct val="100000"/>
              </a:lnSpc>
              <a:spcBef>
                <a:spcPts val="1035"/>
              </a:spcBef>
              <a:spcAft>
                <a:spcPts val="0"/>
              </a:spcAft>
              <a:buClr>
                <a:srgbClr val="263148"/>
              </a:buClr>
              <a:buSzPts val="1700"/>
              <a:buFont typeface="Roboto"/>
              <a:buAutoNum type="alphaLcPeriod"/>
            </a:pPr>
            <a:r>
              <a:rPr b="0" i="0" lang="en" sz="1700" u="none" cap="none" strike="noStrike">
                <a:solidFill>
                  <a:srgbClr val="263148"/>
                </a:solidFill>
                <a:latin typeface="Roboto"/>
                <a:ea typeface="Roboto"/>
                <a:cs typeface="Roboto"/>
                <a:sym typeface="Roboto"/>
              </a:rPr>
              <a:t>Total order value using </a:t>
            </a:r>
            <a:r>
              <a:rPr b="0" i="0" lang="en" sz="1700" u="sng" cap="none" strike="noStrike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5"/>
              </a:rPr>
              <a:t>$sum </a:t>
            </a:r>
            <a:r>
              <a:rPr b="0" i="0" lang="en" sz="1700" u="none" cap="none" strike="noStrike">
                <a:solidFill>
                  <a:srgbClr val="263148"/>
                </a:solidFill>
                <a:latin typeface="Roboto"/>
                <a:ea typeface="Roboto"/>
                <a:cs typeface="Roboto"/>
                <a:sym typeface="Roboto"/>
              </a:rPr>
              <a:t>and </a:t>
            </a:r>
            <a:r>
              <a:rPr b="0" i="0" lang="en" sz="1700" u="sng" cap="none" strike="noStrike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6"/>
              </a:rPr>
              <a:t>$multiply</a:t>
            </a:r>
            <a:r>
              <a:rPr b="0" i="0" lang="en" sz="1700" u="none" cap="none" strike="noStrike">
                <a:solidFill>
                  <a:srgbClr val="263148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b="0" i="0" sz="1700" u="none" cap="none" strike="noStrike">
              <a:latin typeface="Roboto"/>
              <a:ea typeface="Roboto"/>
              <a:cs typeface="Roboto"/>
              <a:sym typeface="Roboto"/>
            </a:endParaRPr>
          </a:p>
          <a:p>
            <a:pPr indent="-386080" lvl="1" marL="828675" marR="0" rtl="0" algn="l">
              <a:lnSpc>
                <a:spcPct val="100000"/>
              </a:lnSpc>
              <a:spcBef>
                <a:spcPts val="1035"/>
              </a:spcBef>
              <a:spcAft>
                <a:spcPts val="0"/>
              </a:spcAft>
              <a:buClr>
                <a:srgbClr val="263148"/>
              </a:buClr>
              <a:buSzPts val="1700"/>
              <a:buFont typeface="Roboto"/>
              <a:buAutoNum type="alphaLcPeriod"/>
            </a:pPr>
            <a:r>
              <a:rPr b="0" i="0" lang="en" sz="1700" u="none" cap="none" strike="noStrike">
                <a:solidFill>
                  <a:srgbClr val="263148"/>
                </a:solidFill>
                <a:latin typeface="Roboto"/>
                <a:ea typeface="Roboto"/>
                <a:cs typeface="Roboto"/>
                <a:sym typeface="Roboto"/>
              </a:rPr>
              <a:t>Average order quantity using </a:t>
            </a:r>
            <a:r>
              <a:rPr b="0" i="0" lang="en" sz="1700" u="sng" cap="none" strike="noStrike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7"/>
              </a:rPr>
              <a:t>$avg</a:t>
            </a:r>
            <a:r>
              <a:rPr b="0" i="0" lang="en" sz="1700" u="none" cap="none" strike="noStrike">
                <a:solidFill>
                  <a:srgbClr val="263148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b="0" i="0" sz="1700" u="none" cap="none" strike="noStrike">
              <a:latin typeface="Roboto"/>
              <a:ea typeface="Roboto"/>
              <a:cs typeface="Roboto"/>
              <a:sym typeface="Roboto"/>
            </a:endParaRPr>
          </a:p>
          <a:p>
            <a:pPr indent="-359410" lvl="0" marL="371475" marR="0" rtl="0" algn="l">
              <a:lnSpc>
                <a:spcPct val="100000"/>
              </a:lnSpc>
              <a:spcBef>
                <a:spcPts val="1035"/>
              </a:spcBef>
              <a:spcAft>
                <a:spcPts val="0"/>
              </a:spcAft>
              <a:buClr>
                <a:srgbClr val="263148"/>
              </a:buClr>
              <a:buSzPts val="1700"/>
              <a:buFont typeface="Arial"/>
              <a:buChar char="●"/>
            </a:pPr>
            <a:r>
              <a:rPr lang="en" sz="1700">
                <a:solidFill>
                  <a:srgbClr val="263148"/>
                </a:solidFill>
                <a:latin typeface="Roboto"/>
                <a:ea typeface="Roboto"/>
                <a:cs typeface="Roboto"/>
                <a:sym typeface="Roboto"/>
              </a:rPr>
              <a:t>Passes the grouped documents to the </a:t>
            </a:r>
            <a:r>
              <a:rPr lang="en" sz="1700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8"/>
              </a:rPr>
              <a:t>$sort </a:t>
            </a:r>
            <a:r>
              <a:rPr lang="en" sz="1700">
                <a:solidFill>
                  <a:srgbClr val="263148"/>
                </a:solidFill>
                <a:latin typeface="Roboto"/>
                <a:ea typeface="Roboto"/>
                <a:cs typeface="Roboto"/>
                <a:sym typeface="Roboto"/>
              </a:rPr>
              <a:t>stage.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9"/>
          <p:cNvSpPr txBox="1"/>
          <p:nvPr>
            <p:ph type="title"/>
          </p:nvPr>
        </p:nvSpPr>
        <p:spPr>
          <a:xfrm>
            <a:off x="-3" y="381007"/>
            <a:ext cx="6304280" cy="772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31775">
            <a:spAutoFit/>
          </a:bodyPr>
          <a:lstStyle/>
          <a:p>
            <a:pPr indent="0" lvl="0" marL="89979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$sort</a:t>
            </a:r>
            <a:endParaRPr sz="2000"/>
          </a:p>
        </p:txBody>
      </p:sp>
      <p:sp>
        <p:nvSpPr>
          <p:cNvPr id="214" name="Google Shape;214;p29"/>
          <p:cNvSpPr/>
          <p:nvPr/>
        </p:nvSpPr>
        <p:spPr>
          <a:xfrm>
            <a:off x="2855037" y="1738049"/>
            <a:ext cx="151130" cy="243840"/>
          </a:xfrm>
          <a:custGeom>
            <a:rect b="b" l="l" r="r" t="t"/>
            <a:pathLst>
              <a:path extrusionOk="0" h="243839" w="151130">
                <a:moveTo>
                  <a:pt x="150676" y="243839"/>
                </a:moveTo>
                <a:lnTo>
                  <a:pt x="0" y="243839"/>
                </a:lnTo>
                <a:lnTo>
                  <a:pt x="0" y="0"/>
                </a:lnTo>
                <a:lnTo>
                  <a:pt x="150676" y="0"/>
                </a:lnTo>
                <a:lnTo>
                  <a:pt x="150676" y="243839"/>
                </a:lnTo>
                <a:close/>
              </a:path>
            </a:pathLst>
          </a:custGeom>
          <a:solidFill>
            <a:srgbClr val="F9FAF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15" name="Google Shape;215;p29"/>
          <p:cNvSpPr txBox="1"/>
          <p:nvPr/>
        </p:nvSpPr>
        <p:spPr>
          <a:xfrm>
            <a:off x="887296" y="1806186"/>
            <a:ext cx="5317500" cy="84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51790" lvl="0" marL="363855" marR="5080" rtl="0" algn="l">
              <a:lnSpc>
                <a:spcPct val="113300"/>
              </a:lnSpc>
              <a:spcBef>
                <a:spcPts val="0"/>
              </a:spcBef>
              <a:spcAft>
                <a:spcPts val="0"/>
              </a:spcAft>
              <a:buClr>
                <a:srgbClr val="21313C"/>
              </a:buClr>
              <a:buSzPts val="1600"/>
              <a:buFont typeface="Arial"/>
              <a:buChar char="●"/>
            </a:pPr>
            <a:r>
              <a:rPr b="1" lang="en" sz="1600">
                <a:solidFill>
                  <a:srgbClr val="21313C"/>
                </a:solidFill>
                <a:latin typeface="Roboto"/>
                <a:ea typeface="Roboto"/>
                <a:cs typeface="Roboto"/>
                <a:sym typeface="Roboto"/>
              </a:rPr>
              <a:t>Sorts the documents by the total order value for each group in  descending order (-1).</a:t>
            </a:r>
            <a:endParaRPr sz="1600">
              <a:latin typeface="Roboto"/>
              <a:ea typeface="Roboto"/>
              <a:cs typeface="Roboto"/>
              <a:sym typeface="Roboto"/>
            </a:endParaRPr>
          </a:p>
          <a:p>
            <a:pPr indent="-351790" lvl="0" marL="363855" marR="0" rtl="0" algn="l">
              <a:lnSpc>
                <a:spcPct val="100000"/>
              </a:lnSpc>
              <a:spcBef>
                <a:spcPts val="254"/>
              </a:spcBef>
              <a:spcAft>
                <a:spcPts val="0"/>
              </a:spcAft>
              <a:buClr>
                <a:srgbClr val="21313C"/>
              </a:buClr>
              <a:buSzPts val="1600"/>
              <a:buFont typeface="Arial"/>
              <a:buChar char="●"/>
            </a:pPr>
            <a:r>
              <a:rPr b="1" lang="en" sz="1600">
                <a:solidFill>
                  <a:srgbClr val="21313C"/>
                </a:solidFill>
                <a:latin typeface="Roboto"/>
                <a:ea typeface="Roboto"/>
                <a:cs typeface="Roboto"/>
                <a:sym typeface="Roboto"/>
              </a:rPr>
              <a:t>Returns the sorted documents.</a:t>
            </a:r>
            <a:endParaRPr sz="16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6" name="Google Shape;216;p29"/>
          <p:cNvSpPr txBox="1"/>
          <p:nvPr>
            <p:ph idx="12" type="sldNum"/>
          </p:nvPr>
        </p:nvSpPr>
        <p:spPr>
          <a:xfrm>
            <a:off x="8827389" y="4696030"/>
            <a:ext cx="230504" cy="204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50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7" name="Google Shape;217;p29"/>
          <p:cNvSpPr txBox="1"/>
          <p:nvPr/>
        </p:nvSpPr>
        <p:spPr>
          <a:xfrm>
            <a:off x="887300" y="3104061"/>
            <a:ext cx="5860500" cy="81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l">
              <a:lnSpc>
                <a:spcPct val="113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21313C"/>
                </a:solidFill>
                <a:latin typeface="Roboto"/>
                <a:ea typeface="Roboto"/>
                <a:cs typeface="Roboto"/>
                <a:sym typeface="Roboto"/>
              </a:rPr>
              <a:t>For other operators:  </a:t>
            </a:r>
            <a:r>
              <a:rPr b="1" lang="en" sz="1600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3"/>
              </a:rPr>
              <a:t>https://docs.mongodb.com/manual/meta/aggregation-quick-reference/#  std-label-aggregation-expressions</a:t>
            </a:r>
            <a:endParaRPr sz="16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30"/>
          <p:cNvSpPr/>
          <p:nvPr/>
        </p:nvSpPr>
        <p:spPr>
          <a:xfrm>
            <a:off x="5697213" y="2635518"/>
            <a:ext cx="889635" cy="296545"/>
          </a:xfrm>
          <a:custGeom>
            <a:rect b="b" l="l" r="r" t="t"/>
            <a:pathLst>
              <a:path extrusionOk="0" h="296544" w="889634">
                <a:moveTo>
                  <a:pt x="889200" y="296399"/>
                </a:moveTo>
                <a:lnTo>
                  <a:pt x="0" y="296399"/>
                </a:lnTo>
                <a:lnTo>
                  <a:pt x="288322" y="0"/>
                </a:lnTo>
                <a:lnTo>
                  <a:pt x="889200" y="296399"/>
                </a:lnTo>
                <a:close/>
              </a:path>
            </a:pathLst>
          </a:custGeom>
          <a:solidFill>
            <a:srgbClr val="263148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grpSp>
        <p:nvGrpSpPr>
          <p:cNvPr id="223" name="Google Shape;223;p30"/>
          <p:cNvGrpSpPr/>
          <p:nvPr/>
        </p:nvGrpSpPr>
        <p:grpSpPr>
          <a:xfrm>
            <a:off x="0" y="0"/>
            <a:ext cx="9144368" cy="5143919"/>
            <a:chOff x="0" y="0"/>
            <a:chExt cx="9144368" cy="5143919"/>
          </a:xfrm>
        </p:grpSpPr>
        <p:sp>
          <p:nvSpPr>
            <p:cNvPr id="224" name="Google Shape;224;p30"/>
            <p:cNvSpPr/>
            <p:nvPr/>
          </p:nvSpPr>
          <p:spPr>
            <a:xfrm>
              <a:off x="0" y="0"/>
              <a:ext cx="8654415" cy="5143500"/>
            </a:xfrm>
            <a:custGeom>
              <a:rect b="b" l="l" r="r" t="t"/>
              <a:pathLst>
                <a:path extrusionOk="0" h="5143500" w="8654415">
                  <a:moveTo>
                    <a:pt x="8654301" y="0"/>
                  </a:moveTo>
                  <a:lnTo>
                    <a:pt x="3524999" y="0"/>
                  </a:lnTo>
                  <a:lnTo>
                    <a:pt x="3517887" y="0"/>
                  </a:lnTo>
                  <a:lnTo>
                    <a:pt x="0" y="0"/>
                  </a:lnTo>
                  <a:lnTo>
                    <a:pt x="0" y="5143500"/>
                  </a:lnTo>
                  <a:lnTo>
                    <a:pt x="3524999" y="5143500"/>
                  </a:lnTo>
                  <a:lnTo>
                    <a:pt x="3524999" y="5129301"/>
                  </a:lnTo>
                  <a:lnTo>
                    <a:pt x="8654301" y="0"/>
                  </a:lnTo>
                  <a:close/>
                </a:path>
              </a:pathLst>
            </a:custGeom>
            <a:solidFill>
              <a:srgbClr val="C7D3E6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25" name="Google Shape;225;p30"/>
            <p:cNvSpPr/>
            <p:nvPr/>
          </p:nvSpPr>
          <p:spPr>
            <a:xfrm>
              <a:off x="0" y="2924835"/>
              <a:ext cx="6589395" cy="2027555"/>
            </a:xfrm>
            <a:custGeom>
              <a:rect b="b" l="l" r="r" t="t"/>
              <a:pathLst>
                <a:path extrusionOk="0" h="2027554" w="6589395">
                  <a:moveTo>
                    <a:pt x="6589077" y="38"/>
                  </a:moveTo>
                  <a:lnTo>
                    <a:pt x="4564189" y="38"/>
                  </a:lnTo>
                  <a:lnTo>
                    <a:pt x="0" y="0"/>
                  </a:lnTo>
                  <a:lnTo>
                    <a:pt x="0" y="2027224"/>
                  </a:lnTo>
                  <a:lnTo>
                    <a:pt x="4561852" y="2027224"/>
                  </a:lnTo>
                  <a:lnTo>
                    <a:pt x="4564189" y="2027224"/>
                  </a:lnTo>
                  <a:lnTo>
                    <a:pt x="4564189" y="2024926"/>
                  </a:lnTo>
                  <a:lnTo>
                    <a:pt x="6589077" y="38"/>
                  </a:lnTo>
                  <a:close/>
                </a:path>
              </a:pathLst>
            </a:custGeom>
            <a:solidFill>
              <a:srgbClr val="3E5378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26" name="Google Shape;226;p30"/>
            <p:cNvSpPr/>
            <p:nvPr/>
          </p:nvSpPr>
          <p:spPr>
            <a:xfrm>
              <a:off x="6946841" y="4948333"/>
              <a:ext cx="394335" cy="131445"/>
            </a:xfrm>
            <a:custGeom>
              <a:rect b="b" l="l" r="r" t="t"/>
              <a:pathLst>
                <a:path extrusionOk="0" h="131445" w="394334">
                  <a:moveTo>
                    <a:pt x="266380" y="131399"/>
                  </a:moveTo>
                  <a:lnTo>
                    <a:pt x="0" y="0"/>
                  </a:lnTo>
                  <a:lnTo>
                    <a:pt x="394199" y="0"/>
                  </a:lnTo>
                  <a:lnTo>
                    <a:pt x="266380" y="131399"/>
                  </a:lnTo>
                  <a:close/>
                </a:path>
              </a:pathLst>
            </a:custGeom>
            <a:solidFill>
              <a:srgbClr val="D16F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27" name="Google Shape;227;p30"/>
            <p:cNvSpPr/>
            <p:nvPr/>
          </p:nvSpPr>
          <p:spPr>
            <a:xfrm>
              <a:off x="7106437" y="4472724"/>
              <a:ext cx="2037714" cy="671195"/>
            </a:xfrm>
            <a:custGeom>
              <a:rect b="b" l="l" r="r" t="t"/>
              <a:pathLst>
                <a:path extrusionOk="0" h="671195" w="2037715">
                  <a:moveTo>
                    <a:pt x="2037562" y="12"/>
                  </a:moveTo>
                  <a:lnTo>
                    <a:pt x="670966" y="12"/>
                  </a:lnTo>
                  <a:lnTo>
                    <a:pt x="668248" y="12"/>
                  </a:lnTo>
                  <a:lnTo>
                    <a:pt x="668248" y="2717"/>
                  </a:lnTo>
                  <a:lnTo>
                    <a:pt x="0" y="670788"/>
                  </a:lnTo>
                  <a:lnTo>
                    <a:pt x="670966" y="670788"/>
                  </a:lnTo>
                  <a:lnTo>
                    <a:pt x="2037562" y="670775"/>
                  </a:lnTo>
                  <a:lnTo>
                    <a:pt x="2037562" y="12"/>
                  </a:lnTo>
                  <a:close/>
                </a:path>
              </a:pathLst>
            </a:custGeom>
            <a:solidFill>
              <a:srgbClr val="C7D3E6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28" name="Google Shape;228;p30"/>
            <p:cNvSpPr/>
            <p:nvPr/>
          </p:nvSpPr>
          <p:spPr>
            <a:xfrm>
              <a:off x="6949808" y="4646739"/>
              <a:ext cx="2194560" cy="304800"/>
            </a:xfrm>
            <a:custGeom>
              <a:rect b="b" l="l" r="r" t="t"/>
              <a:pathLst>
                <a:path extrusionOk="0" h="304800" w="2194559">
                  <a:moveTo>
                    <a:pt x="2194191" y="12"/>
                  </a:moveTo>
                  <a:lnTo>
                    <a:pt x="304546" y="12"/>
                  </a:lnTo>
                  <a:lnTo>
                    <a:pt x="298145" y="12"/>
                  </a:lnTo>
                  <a:lnTo>
                    <a:pt x="298145" y="6413"/>
                  </a:lnTo>
                  <a:lnTo>
                    <a:pt x="0" y="304558"/>
                  </a:lnTo>
                  <a:lnTo>
                    <a:pt x="298145" y="304558"/>
                  </a:lnTo>
                  <a:lnTo>
                    <a:pt x="2194191" y="304571"/>
                  </a:lnTo>
                  <a:lnTo>
                    <a:pt x="2194191" y="12"/>
                  </a:lnTo>
                  <a:close/>
                </a:path>
              </a:pathLst>
            </a:custGeom>
            <a:solidFill>
              <a:srgbClr val="FF98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229" name="Google Shape;229;p30"/>
          <p:cNvSpPr txBox="1"/>
          <p:nvPr>
            <p:ph type="title"/>
          </p:nvPr>
        </p:nvSpPr>
        <p:spPr>
          <a:xfrm>
            <a:off x="-1" y="2924825"/>
            <a:ext cx="4564380" cy="20275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75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58801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Nested Documents</a:t>
            </a:r>
            <a:endParaRPr/>
          </a:p>
        </p:txBody>
      </p:sp>
      <p:sp>
        <p:nvSpPr>
          <p:cNvPr id="230" name="Google Shape;230;p30"/>
          <p:cNvSpPr txBox="1"/>
          <p:nvPr>
            <p:ph idx="12" type="sldNum"/>
          </p:nvPr>
        </p:nvSpPr>
        <p:spPr>
          <a:xfrm>
            <a:off x="8827389" y="4696030"/>
            <a:ext cx="230504" cy="204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50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31"/>
          <p:cNvSpPr txBox="1"/>
          <p:nvPr>
            <p:ph type="title"/>
          </p:nvPr>
        </p:nvSpPr>
        <p:spPr>
          <a:xfrm>
            <a:off x="-3" y="381007"/>
            <a:ext cx="6304280" cy="772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31775">
            <a:spAutoFit/>
          </a:bodyPr>
          <a:lstStyle/>
          <a:p>
            <a:pPr indent="0" lvl="0" marL="89979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Example of Nested Document</a:t>
            </a:r>
            <a:endParaRPr sz="2000"/>
          </a:p>
        </p:txBody>
      </p:sp>
      <p:grpSp>
        <p:nvGrpSpPr>
          <p:cNvPr id="236" name="Google Shape;236;p31"/>
          <p:cNvGrpSpPr/>
          <p:nvPr/>
        </p:nvGrpSpPr>
        <p:grpSpPr>
          <a:xfrm>
            <a:off x="187574" y="1316775"/>
            <a:ext cx="6406950" cy="3848876"/>
            <a:chOff x="187574" y="1316775"/>
            <a:chExt cx="6406950" cy="3848876"/>
          </a:xfrm>
        </p:grpSpPr>
        <p:pic>
          <p:nvPicPr>
            <p:cNvPr id="237" name="Google Shape;237;p3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87574" y="1316775"/>
              <a:ext cx="6406950" cy="38267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8" name="Google Shape;238;p3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244724" y="1377026"/>
              <a:ext cx="6292651" cy="378862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39" name="Google Shape;239;p31"/>
          <p:cNvSpPr txBox="1"/>
          <p:nvPr>
            <p:ph idx="12" type="sldNum"/>
          </p:nvPr>
        </p:nvSpPr>
        <p:spPr>
          <a:xfrm>
            <a:off x="8827389" y="4696030"/>
            <a:ext cx="230504" cy="204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50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32"/>
          <p:cNvSpPr txBox="1"/>
          <p:nvPr>
            <p:ph type="title"/>
          </p:nvPr>
        </p:nvSpPr>
        <p:spPr>
          <a:xfrm>
            <a:off x="-3" y="381007"/>
            <a:ext cx="6304280" cy="772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31775">
            <a:spAutoFit/>
          </a:bodyPr>
          <a:lstStyle/>
          <a:p>
            <a:pPr indent="0" lvl="0" marL="89979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Data retrieval on Nested Document</a:t>
            </a:r>
            <a:endParaRPr sz="2000"/>
          </a:p>
        </p:txBody>
      </p:sp>
      <p:sp>
        <p:nvSpPr>
          <p:cNvPr id="245" name="Google Shape;245;p32"/>
          <p:cNvSpPr txBox="1"/>
          <p:nvPr>
            <p:ph idx="12" type="sldNum"/>
          </p:nvPr>
        </p:nvSpPr>
        <p:spPr>
          <a:xfrm>
            <a:off x="8827389" y="4696030"/>
            <a:ext cx="230504" cy="204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50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46" name="Google Shape;246;p32"/>
          <p:cNvSpPr txBox="1"/>
          <p:nvPr/>
        </p:nvSpPr>
        <p:spPr>
          <a:xfrm>
            <a:off x="887300" y="1403595"/>
            <a:ext cx="5786755" cy="2922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7925">
            <a:spAutoFit/>
          </a:bodyPr>
          <a:lstStyle/>
          <a:p>
            <a:pPr indent="0" lvl="0" marL="12700" marR="860425" rtl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263148"/>
                </a:solidFill>
                <a:latin typeface="Roboto"/>
                <a:ea typeface="Roboto"/>
                <a:cs typeface="Roboto"/>
                <a:sym typeface="Roboto"/>
              </a:rPr>
              <a:t>Operators used to retrieve data on Nested  Document: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93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263148"/>
                </a:solidFill>
                <a:latin typeface="Roboto"/>
                <a:ea typeface="Roboto"/>
                <a:cs typeface="Roboto"/>
                <a:sym typeface="Roboto"/>
              </a:rPr>
              <a:t>ﬁnd()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1019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263148"/>
                </a:solidFill>
                <a:latin typeface="Roboto"/>
                <a:ea typeface="Roboto"/>
                <a:cs typeface="Roboto"/>
                <a:sym typeface="Roboto"/>
              </a:rPr>
              <a:t>$elematch()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1019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263148"/>
                </a:solidFill>
                <a:latin typeface="Roboto"/>
                <a:ea typeface="Roboto"/>
                <a:cs typeface="Roboto"/>
                <a:sym typeface="Roboto"/>
              </a:rPr>
              <a:t>$ﬁlter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12700" marR="5080" rtl="0" algn="l">
              <a:lnSpc>
                <a:spcPct val="100699"/>
              </a:lnSpc>
              <a:spcBef>
                <a:spcPts val="1025"/>
              </a:spcBef>
              <a:spcAft>
                <a:spcPts val="0"/>
              </a:spcAft>
              <a:buNone/>
            </a:pPr>
            <a:r>
              <a:rPr i="1" lang="en" sz="1800">
                <a:solidFill>
                  <a:srgbClr val="263148"/>
                </a:solidFill>
                <a:latin typeface="Roboto"/>
                <a:ea typeface="Roboto"/>
                <a:cs typeface="Roboto"/>
                <a:sym typeface="Roboto"/>
              </a:rPr>
              <a:t>Notes: Usage of these operators will be discussed more in detail in  Workshop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33"/>
          <p:cNvSpPr txBox="1"/>
          <p:nvPr>
            <p:ph type="title"/>
          </p:nvPr>
        </p:nvSpPr>
        <p:spPr>
          <a:xfrm>
            <a:off x="-3" y="381007"/>
            <a:ext cx="6304280" cy="772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31775">
            <a:spAutoFit/>
          </a:bodyPr>
          <a:lstStyle/>
          <a:p>
            <a:pPr indent="0" lvl="0" marL="89979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Pattern Matching</a:t>
            </a:r>
            <a:endParaRPr sz="2000"/>
          </a:p>
        </p:txBody>
      </p:sp>
      <p:sp>
        <p:nvSpPr>
          <p:cNvPr id="252" name="Google Shape;252;p33"/>
          <p:cNvSpPr txBox="1"/>
          <p:nvPr>
            <p:ph idx="12" type="sldNum"/>
          </p:nvPr>
        </p:nvSpPr>
        <p:spPr>
          <a:xfrm>
            <a:off x="8827389" y="4696030"/>
            <a:ext cx="230504" cy="204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50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3" name="Google Shape;253;p33"/>
          <p:cNvSpPr txBox="1"/>
          <p:nvPr/>
        </p:nvSpPr>
        <p:spPr>
          <a:xfrm>
            <a:off x="887300" y="1539218"/>
            <a:ext cx="6541800" cy="260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422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263148"/>
                </a:solidFill>
                <a:latin typeface="Roboto"/>
                <a:ea typeface="Roboto"/>
                <a:cs typeface="Roboto"/>
                <a:sym typeface="Roboto"/>
              </a:rPr>
              <a:t>The format for regular expressions is:</a:t>
            </a:r>
            <a:endParaRPr sz="2000">
              <a:latin typeface="Roboto"/>
              <a:ea typeface="Roboto"/>
              <a:cs typeface="Roboto"/>
              <a:sym typeface="Roboto"/>
            </a:endParaRPr>
          </a:p>
          <a:p>
            <a:pPr indent="457200" lvl="0" marL="12700" marR="2594610" rtl="0" algn="l">
              <a:lnSpc>
                <a:spcPct val="135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263148"/>
                </a:solidFill>
                <a:latin typeface="Roboto"/>
                <a:ea typeface="Roboto"/>
                <a:cs typeface="Roboto"/>
                <a:sym typeface="Roboto"/>
              </a:rPr>
              <a:t>{ &lt;ﬁeld&gt;: /pattern/&lt;options&gt; }  Or can use the </a:t>
            </a:r>
            <a:r>
              <a:rPr b="1" lang="en" sz="2000">
                <a:solidFill>
                  <a:srgbClr val="263148"/>
                </a:solidFill>
                <a:latin typeface="Roboto"/>
                <a:ea typeface="Roboto"/>
                <a:cs typeface="Roboto"/>
                <a:sym typeface="Roboto"/>
              </a:rPr>
              <a:t>$regex </a:t>
            </a:r>
            <a:r>
              <a:rPr lang="en" sz="2000">
                <a:solidFill>
                  <a:srgbClr val="263148"/>
                </a:solidFill>
                <a:latin typeface="Roboto"/>
                <a:ea typeface="Roboto"/>
                <a:cs typeface="Roboto"/>
                <a:sym typeface="Roboto"/>
              </a:rPr>
              <a:t>command:</a:t>
            </a:r>
            <a:endParaRPr sz="2000">
              <a:latin typeface="Roboto"/>
              <a:ea typeface="Roboto"/>
              <a:cs typeface="Roboto"/>
              <a:sym typeface="Roboto"/>
            </a:endParaRPr>
          </a:p>
          <a:p>
            <a:pPr indent="0" lvl="0" marL="469900" marR="0" rtl="0" algn="l">
              <a:lnSpc>
                <a:spcPct val="100000"/>
              </a:lnSpc>
              <a:spcBef>
                <a:spcPts val="1019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263148"/>
                </a:solidFill>
                <a:latin typeface="Roboto"/>
                <a:ea typeface="Roboto"/>
                <a:cs typeface="Roboto"/>
                <a:sym typeface="Roboto"/>
              </a:rPr>
              <a:t>{ &lt;ﬁeld&gt;: { $regex: /pattern/, $options: '&lt;options&gt;' } }</a:t>
            </a:r>
            <a:endParaRPr sz="2000">
              <a:latin typeface="Roboto"/>
              <a:ea typeface="Roboto"/>
              <a:cs typeface="Roboto"/>
              <a:sym typeface="Roboto"/>
            </a:endParaRPr>
          </a:p>
          <a:p>
            <a:pPr indent="0" lvl="0" marL="469900" marR="0" rtl="0" algn="l">
              <a:lnSpc>
                <a:spcPct val="100000"/>
              </a:lnSpc>
              <a:spcBef>
                <a:spcPts val="1019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263148"/>
                </a:solidFill>
                <a:latin typeface="Roboto"/>
                <a:ea typeface="Roboto"/>
                <a:cs typeface="Roboto"/>
                <a:sym typeface="Roboto"/>
              </a:rPr>
              <a:t>{ &lt;ﬁeld&gt;: { $regex: 'pattern', $options: '&lt;options&gt;' } }</a:t>
            </a:r>
            <a:endParaRPr sz="2000">
              <a:latin typeface="Roboto"/>
              <a:ea typeface="Roboto"/>
              <a:cs typeface="Roboto"/>
              <a:sym typeface="Roboto"/>
            </a:endParaRPr>
          </a:p>
          <a:p>
            <a:pPr indent="0" lvl="0" marL="469900" marR="0" rtl="0" algn="l">
              <a:lnSpc>
                <a:spcPct val="100000"/>
              </a:lnSpc>
              <a:spcBef>
                <a:spcPts val="1019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263148"/>
                </a:solidFill>
                <a:latin typeface="Roboto"/>
                <a:ea typeface="Roboto"/>
                <a:cs typeface="Roboto"/>
                <a:sym typeface="Roboto"/>
              </a:rPr>
              <a:t>{ &lt;ﬁeld&gt;: { $regex: /pattern/&lt;options&gt; } }</a:t>
            </a:r>
            <a:endParaRPr sz="20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34"/>
          <p:cNvSpPr/>
          <p:nvPr/>
        </p:nvSpPr>
        <p:spPr>
          <a:xfrm>
            <a:off x="6946841" y="4948333"/>
            <a:ext cx="394335" cy="131445"/>
          </a:xfrm>
          <a:custGeom>
            <a:rect b="b" l="l" r="r" t="t"/>
            <a:pathLst>
              <a:path extrusionOk="0" h="131445" w="394334">
                <a:moveTo>
                  <a:pt x="266380" y="131399"/>
                </a:moveTo>
                <a:lnTo>
                  <a:pt x="0" y="0"/>
                </a:lnTo>
                <a:lnTo>
                  <a:pt x="394199" y="0"/>
                </a:lnTo>
                <a:lnTo>
                  <a:pt x="266380" y="131399"/>
                </a:lnTo>
                <a:close/>
              </a:path>
            </a:pathLst>
          </a:custGeom>
          <a:solidFill>
            <a:srgbClr val="D16F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grpSp>
        <p:nvGrpSpPr>
          <p:cNvPr id="259" name="Google Shape;259;p34"/>
          <p:cNvGrpSpPr/>
          <p:nvPr/>
        </p:nvGrpSpPr>
        <p:grpSpPr>
          <a:xfrm>
            <a:off x="7106437" y="4472723"/>
            <a:ext cx="2037714" cy="671195"/>
            <a:chOff x="7106437" y="4472723"/>
            <a:chExt cx="2037714" cy="671195"/>
          </a:xfrm>
        </p:grpSpPr>
        <p:sp>
          <p:nvSpPr>
            <p:cNvPr id="260" name="Google Shape;260;p34"/>
            <p:cNvSpPr/>
            <p:nvPr/>
          </p:nvSpPr>
          <p:spPr>
            <a:xfrm>
              <a:off x="7106437" y="4472723"/>
              <a:ext cx="2037714" cy="671195"/>
            </a:xfrm>
            <a:custGeom>
              <a:rect b="b" l="l" r="r" t="t"/>
              <a:pathLst>
                <a:path extrusionOk="0" h="671195" w="2037715">
                  <a:moveTo>
                    <a:pt x="2037562" y="12"/>
                  </a:moveTo>
                  <a:lnTo>
                    <a:pt x="670966" y="12"/>
                  </a:lnTo>
                  <a:lnTo>
                    <a:pt x="668248" y="12"/>
                  </a:lnTo>
                  <a:lnTo>
                    <a:pt x="668248" y="2717"/>
                  </a:lnTo>
                  <a:lnTo>
                    <a:pt x="0" y="670788"/>
                  </a:lnTo>
                  <a:lnTo>
                    <a:pt x="670966" y="670788"/>
                  </a:lnTo>
                  <a:lnTo>
                    <a:pt x="2037562" y="670775"/>
                  </a:lnTo>
                  <a:lnTo>
                    <a:pt x="2037562" y="12"/>
                  </a:lnTo>
                  <a:close/>
                </a:path>
              </a:pathLst>
            </a:custGeom>
            <a:solidFill>
              <a:srgbClr val="C7D3E6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61" name="Google Shape;261;p34"/>
            <p:cNvSpPr/>
            <p:nvPr/>
          </p:nvSpPr>
          <p:spPr>
            <a:xfrm>
              <a:off x="7247964" y="4646749"/>
              <a:ext cx="1896110" cy="304800"/>
            </a:xfrm>
            <a:custGeom>
              <a:rect b="b" l="l" r="r" t="t"/>
              <a:pathLst>
                <a:path extrusionOk="0" h="304800" w="1896109">
                  <a:moveTo>
                    <a:pt x="1896034" y="304550"/>
                  </a:moveTo>
                  <a:lnTo>
                    <a:pt x="1896034" y="0"/>
                  </a:lnTo>
                  <a:lnTo>
                    <a:pt x="0" y="0"/>
                  </a:lnTo>
                  <a:lnTo>
                    <a:pt x="0" y="304550"/>
                  </a:lnTo>
                  <a:lnTo>
                    <a:pt x="1896034" y="304550"/>
                  </a:lnTo>
                  <a:close/>
                </a:path>
              </a:pathLst>
            </a:custGeom>
            <a:solidFill>
              <a:srgbClr val="FF98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262" name="Google Shape;262;p34"/>
          <p:cNvSpPr/>
          <p:nvPr/>
        </p:nvSpPr>
        <p:spPr>
          <a:xfrm>
            <a:off x="6949808" y="4646737"/>
            <a:ext cx="304800" cy="304800"/>
          </a:xfrm>
          <a:custGeom>
            <a:rect b="b" l="l" r="r" t="t"/>
            <a:pathLst>
              <a:path extrusionOk="0" h="304800" w="304800">
                <a:moveTo>
                  <a:pt x="304550" y="304550"/>
                </a:moveTo>
                <a:lnTo>
                  <a:pt x="0" y="304550"/>
                </a:lnTo>
                <a:lnTo>
                  <a:pt x="304550" y="0"/>
                </a:lnTo>
                <a:lnTo>
                  <a:pt x="304550" y="304550"/>
                </a:lnTo>
                <a:close/>
              </a:path>
            </a:pathLst>
          </a:custGeom>
          <a:solidFill>
            <a:srgbClr val="FF98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63" name="Google Shape;263;p34"/>
          <p:cNvSpPr/>
          <p:nvPr/>
        </p:nvSpPr>
        <p:spPr>
          <a:xfrm>
            <a:off x="6292649" y="126424"/>
            <a:ext cx="779780" cy="260350"/>
          </a:xfrm>
          <a:custGeom>
            <a:rect b="b" l="l" r="r" t="t"/>
            <a:pathLst>
              <a:path extrusionOk="0" h="260350" w="779779">
                <a:moveTo>
                  <a:pt x="779699" y="259799"/>
                </a:moveTo>
                <a:lnTo>
                  <a:pt x="0" y="259799"/>
                </a:lnTo>
                <a:lnTo>
                  <a:pt x="252817" y="0"/>
                </a:lnTo>
                <a:lnTo>
                  <a:pt x="779699" y="259799"/>
                </a:lnTo>
                <a:close/>
              </a:path>
            </a:pathLst>
          </a:custGeom>
          <a:solidFill>
            <a:srgbClr val="263148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grpSp>
        <p:nvGrpSpPr>
          <p:cNvPr id="264" name="Google Shape;264;p34"/>
          <p:cNvGrpSpPr/>
          <p:nvPr/>
        </p:nvGrpSpPr>
        <p:grpSpPr>
          <a:xfrm>
            <a:off x="0" y="50"/>
            <a:ext cx="7072630" cy="1327785"/>
            <a:chOff x="0" y="50"/>
            <a:chExt cx="7072630" cy="1327785"/>
          </a:xfrm>
        </p:grpSpPr>
        <p:sp>
          <p:nvSpPr>
            <p:cNvPr id="265" name="Google Shape;265;p34"/>
            <p:cNvSpPr/>
            <p:nvPr/>
          </p:nvSpPr>
          <p:spPr>
            <a:xfrm>
              <a:off x="0" y="50"/>
              <a:ext cx="6756400" cy="1327785"/>
            </a:xfrm>
            <a:custGeom>
              <a:rect b="b" l="l" r="r" t="t"/>
              <a:pathLst>
                <a:path extrusionOk="0" h="1327785" w="6756400">
                  <a:moveTo>
                    <a:pt x="6756159" y="0"/>
                  </a:moveTo>
                  <a:lnTo>
                    <a:pt x="5434355" y="0"/>
                  </a:lnTo>
                  <a:lnTo>
                    <a:pt x="5428856" y="0"/>
                  </a:lnTo>
                  <a:lnTo>
                    <a:pt x="0" y="0"/>
                  </a:lnTo>
                  <a:lnTo>
                    <a:pt x="0" y="1327302"/>
                  </a:lnTo>
                  <a:lnTo>
                    <a:pt x="5428856" y="1327302"/>
                  </a:lnTo>
                  <a:lnTo>
                    <a:pt x="5434355" y="1327302"/>
                  </a:lnTo>
                  <a:lnTo>
                    <a:pt x="5434355" y="1321816"/>
                  </a:lnTo>
                  <a:lnTo>
                    <a:pt x="6756159" y="0"/>
                  </a:lnTo>
                  <a:close/>
                </a:path>
              </a:pathLst>
            </a:custGeom>
            <a:solidFill>
              <a:srgbClr val="C7D3E6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66" name="Google Shape;266;p34"/>
            <p:cNvSpPr/>
            <p:nvPr/>
          </p:nvSpPr>
          <p:spPr>
            <a:xfrm>
              <a:off x="0" y="381012"/>
              <a:ext cx="7072630" cy="772160"/>
            </a:xfrm>
            <a:custGeom>
              <a:rect b="b" l="l" r="r" t="t"/>
              <a:pathLst>
                <a:path extrusionOk="0" h="772160" w="7072630">
                  <a:moveTo>
                    <a:pt x="7072414" y="0"/>
                  </a:moveTo>
                  <a:lnTo>
                    <a:pt x="6303899" y="0"/>
                  </a:lnTo>
                  <a:lnTo>
                    <a:pt x="6300673" y="0"/>
                  </a:lnTo>
                  <a:lnTo>
                    <a:pt x="0" y="0"/>
                  </a:lnTo>
                  <a:lnTo>
                    <a:pt x="0" y="771740"/>
                  </a:lnTo>
                  <a:lnTo>
                    <a:pt x="6300673" y="771740"/>
                  </a:lnTo>
                  <a:lnTo>
                    <a:pt x="6303899" y="771740"/>
                  </a:lnTo>
                  <a:lnTo>
                    <a:pt x="6303899" y="768515"/>
                  </a:lnTo>
                  <a:lnTo>
                    <a:pt x="7072414" y="0"/>
                  </a:lnTo>
                  <a:close/>
                </a:path>
              </a:pathLst>
            </a:custGeom>
            <a:solidFill>
              <a:srgbClr val="3E5378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267" name="Google Shape;267;p34"/>
          <p:cNvSpPr txBox="1"/>
          <p:nvPr>
            <p:ph type="title"/>
          </p:nvPr>
        </p:nvSpPr>
        <p:spPr>
          <a:xfrm>
            <a:off x="887300" y="600425"/>
            <a:ext cx="14484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$regex</a:t>
            </a:r>
            <a:endParaRPr sz="2000"/>
          </a:p>
        </p:txBody>
      </p:sp>
      <p:sp>
        <p:nvSpPr>
          <p:cNvPr id="268" name="Google Shape;268;p34"/>
          <p:cNvSpPr txBox="1"/>
          <p:nvPr>
            <p:ph idx="12" type="sldNum"/>
          </p:nvPr>
        </p:nvSpPr>
        <p:spPr>
          <a:xfrm>
            <a:off x="8827389" y="4696030"/>
            <a:ext cx="230504" cy="204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50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9" name="Google Shape;269;p34"/>
          <p:cNvSpPr txBox="1"/>
          <p:nvPr/>
        </p:nvSpPr>
        <p:spPr>
          <a:xfrm>
            <a:off x="887300" y="1494082"/>
            <a:ext cx="5186045" cy="7531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7925">
            <a:spAutoFit/>
          </a:bodyPr>
          <a:lstStyle/>
          <a:p>
            <a:pPr indent="0" lvl="0" marL="12700" marR="5080" rtl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263148"/>
                </a:solidFill>
                <a:latin typeface="Roboto"/>
                <a:ea typeface="Roboto"/>
                <a:cs typeface="Roboto"/>
                <a:sym typeface="Roboto"/>
              </a:rPr>
              <a:t>Few </a:t>
            </a:r>
            <a:r>
              <a:rPr b="1" lang="en" sz="2400">
                <a:solidFill>
                  <a:srgbClr val="263148"/>
                </a:solidFill>
                <a:latin typeface="Roboto"/>
                <a:ea typeface="Roboto"/>
                <a:cs typeface="Roboto"/>
                <a:sym typeface="Roboto"/>
              </a:rPr>
              <a:t>$options </a:t>
            </a:r>
            <a:r>
              <a:rPr lang="en" sz="2400">
                <a:solidFill>
                  <a:srgbClr val="263148"/>
                </a:solidFill>
                <a:latin typeface="Roboto"/>
                <a:ea typeface="Roboto"/>
                <a:cs typeface="Roboto"/>
                <a:sym typeface="Roboto"/>
              </a:rPr>
              <a:t>are available for using regular  expressions such as: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270" name="Google Shape;270;p34"/>
          <p:cNvGraphicFramePr/>
          <p:nvPr/>
        </p:nvGraphicFramePr>
        <p:xfrm>
          <a:off x="419212" y="234772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{AC174FE2-F8DC-46B1-AF36-29426F4E2EE1}</a:tableStyleId>
              </a:tblPr>
              <a:tblGrid>
                <a:gridCol w="1419850"/>
                <a:gridCol w="6520825"/>
              </a:tblGrid>
              <a:tr h="486200">
                <a:tc>
                  <a:txBody>
                    <a:bodyPr/>
                    <a:lstStyle/>
                    <a:p>
                      <a:pPr indent="0" lvl="0" marL="8572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Option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9375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8572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Description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9375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67550">
                <a:tc>
                  <a:txBody>
                    <a:bodyPr/>
                    <a:lstStyle/>
                    <a:p>
                      <a:pPr indent="0" lvl="0" marL="8572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i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9375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8572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Case insensitivity to match upper and lower cases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9375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8625">
                <a:tc>
                  <a:txBody>
                    <a:bodyPr/>
                    <a:lstStyle/>
                    <a:p>
                      <a:pPr indent="0" lvl="0" marL="8572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m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9375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85725" marR="189865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For patterns that include anchors (i.e. ^ for the start, $ for the end), match at the beginning or  end of each line for strings with multiline values.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9375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8625">
                <a:tc>
                  <a:txBody>
                    <a:bodyPr/>
                    <a:lstStyle/>
                    <a:p>
                      <a:pPr indent="0" lvl="0" marL="8572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9375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85725" marR="64389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"Extended" capability to ignore all white space characters in the </a:t>
                      </a:r>
                      <a:r>
                        <a:rPr lang="en" sz="1200" u="sng" cap="none" strike="noStrike">
                          <a:solidFill>
                            <a:schemeClr val="hlink"/>
                          </a:solidFill>
                          <a:latin typeface="Arial"/>
                          <a:ea typeface="Arial"/>
                          <a:cs typeface="Arial"/>
                          <a:sym typeface="Arial"/>
                          <a:hlinkClick r:id="rId3"/>
                        </a:rPr>
                        <a:t>$regex </a:t>
                      </a:r>
                      <a:r>
                        <a:rPr lang="en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pattern unless  escaped or included in a character class.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9375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8625">
                <a:tc>
                  <a:txBody>
                    <a:bodyPr/>
                    <a:lstStyle/>
                    <a:p>
                      <a:pPr indent="0" lvl="0" marL="8572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s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9375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8572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Allows the dot character (i.e. .) to match all characters including newline characters.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9375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35"/>
          <p:cNvSpPr txBox="1"/>
          <p:nvPr>
            <p:ph type="title"/>
          </p:nvPr>
        </p:nvSpPr>
        <p:spPr>
          <a:xfrm>
            <a:off x="-3" y="381007"/>
            <a:ext cx="6304280" cy="772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31775">
            <a:spAutoFit/>
          </a:bodyPr>
          <a:lstStyle/>
          <a:p>
            <a:pPr indent="0" lvl="0" marL="89979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Indexes</a:t>
            </a:r>
            <a:endParaRPr sz="2000"/>
          </a:p>
        </p:txBody>
      </p:sp>
      <p:pic>
        <p:nvPicPr>
          <p:cNvPr id="276" name="Google Shape;276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46925" y="1325125"/>
            <a:ext cx="5029199" cy="3505199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p35"/>
          <p:cNvSpPr txBox="1"/>
          <p:nvPr>
            <p:ph idx="12" type="sldNum"/>
          </p:nvPr>
        </p:nvSpPr>
        <p:spPr>
          <a:xfrm>
            <a:off x="8827389" y="4696030"/>
            <a:ext cx="230504" cy="204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50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36"/>
          <p:cNvSpPr txBox="1"/>
          <p:nvPr>
            <p:ph type="title"/>
          </p:nvPr>
        </p:nvSpPr>
        <p:spPr>
          <a:xfrm>
            <a:off x="-3" y="381007"/>
            <a:ext cx="6304280" cy="772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31775">
            <a:spAutoFit/>
          </a:bodyPr>
          <a:lstStyle/>
          <a:p>
            <a:pPr indent="0" lvl="0" marL="89979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Index</a:t>
            </a:r>
            <a:endParaRPr sz="2000"/>
          </a:p>
        </p:txBody>
      </p:sp>
      <p:pic>
        <p:nvPicPr>
          <p:cNvPr id="283" name="Google Shape;283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1977" y="1435724"/>
            <a:ext cx="6371797" cy="3410566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Google Shape;284;p36"/>
          <p:cNvSpPr txBox="1"/>
          <p:nvPr>
            <p:ph idx="12" type="sldNum"/>
          </p:nvPr>
        </p:nvSpPr>
        <p:spPr>
          <a:xfrm>
            <a:off x="8827389" y="4696030"/>
            <a:ext cx="230504" cy="204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50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37"/>
          <p:cNvSpPr txBox="1"/>
          <p:nvPr>
            <p:ph type="title"/>
          </p:nvPr>
        </p:nvSpPr>
        <p:spPr>
          <a:xfrm>
            <a:off x="-3" y="381007"/>
            <a:ext cx="6304280" cy="772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31775">
            <a:spAutoFit/>
          </a:bodyPr>
          <a:lstStyle/>
          <a:p>
            <a:pPr indent="0" lvl="0" marL="89979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JSON and Relational Database</a:t>
            </a:r>
            <a:endParaRPr sz="2000"/>
          </a:p>
        </p:txBody>
      </p:sp>
      <p:pic>
        <p:nvPicPr>
          <p:cNvPr id="290" name="Google Shape;290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3600" y="1272175"/>
            <a:ext cx="6583556" cy="3679924"/>
          </a:xfrm>
          <a:prstGeom prst="rect">
            <a:avLst/>
          </a:prstGeom>
          <a:noFill/>
          <a:ln>
            <a:noFill/>
          </a:ln>
        </p:spPr>
      </p:pic>
      <p:sp>
        <p:nvSpPr>
          <p:cNvPr id="291" name="Google Shape;291;p37"/>
          <p:cNvSpPr txBox="1"/>
          <p:nvPr>
            <p:ph idx="12" type="sldNum"/>
          </p:nvPr>
        </p:nvSpPr>
        <p:spPr>
          <a:xfrm>
            <a:off x="8827389" y="4696030"/>
            <a:ext cx="230504" cy="204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50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38"/>
          <p:cNvSpPr/>
          <p:nvPr/>
        </p:nvSpPr>
        <p:spPr>
          <a:xfrm>
            <a:off x="5697213" y="2635518"/>
            <a:ext cx="889635" cy="296545"/>
          </a:xfrm>
          <a:custGeom>
            <a:rect b="b" l="l" r="r" t="t"/>
            <a:pathLst>
              <a:path extrusionOk="0" h="296544" w="889634">
                <a:moveTo>
                  <a:pt x="889200" y="296399"/>
                </a:moveTo>
                <a:lnTo>
                  <a:pt x="0" y="296399"/>
                </a:lnTo>
                <a:lnTo>
                  <a:pt x="288322" y="0"/>
                </a:lnTo>
                <a:lnTo>
                  <a:pt x="889200" y="296399"/>
                </a:lnTo>
                <a:close/>
              </a:path>
            </a:pathLst>
          </a:custGeom>
          <a:solidFill>
            <a:srgbClr val="263148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grpSp>
        <p:nvGrpSpPr>
          <p:cNvPr id="297" name="Google Shape;297;p38"/>
          <p:cNvGrpSpPr/>
          <p:nvPr/>
        </p:nvGrpSpPr>
        <p:grpSpPr>
          <a:xfrm>
            <a:off x="0" y="0"/>
            <a:ext cx="9144368" cy="5143919"/>
            <a:chOff x="0" y="0"/>
            <a:chExt cx="9144368" cy="5143919"/>
          </a:xfrm>
        </p:grpSpPr>
        <p:sp>
          <p:nvSpPr>
            <p:cNvPr id="298" name="Google Shape;298;p38"/>
            <p:cNvSpPr/>
            <p:nvPr/>
          </p:nvSpPr>
          <p:spPr>
            <a:xfrm>
              <a:off x="0" y="0"/>
              <a:ext cx="8654415" cy="5143500"/>
            </a:xfrm>
            <a:custGeom>
              <a:rect b="b" l="l" r="r" t="t"/>
              <a:pathLst>
                <a:path extrusionOk="0" h="5143500" w="8654415">
                  <a:moveTo>
                    <a:pt x="8654301" y="0"/>
                  </a:moveTo>
                  <a:lnTo>
                    <a:pt x="3524999" y="0"/>
                  </a:lnTo>
                  <a:lnTo>
                    <a:pt x="3517887" y="0"/>
                  </a:lnTo>
                  <a:lnTo>
                    <a:pt x="0" y="0"/>
                  </a:lnTo>
                  <a:lnTo>
                    <a:pt x="0" y="5143500"/>
                  </a:lnTo>
                  <a:lnTo>
                    <a:pt x="3524999" y="5143500"/>
                  </a:lnTo>
                  <a:lnTo>
                    <a:pt x="3524999" y="5129301"/>
                  </a:lnTo>
                  <a:lnTo>
                    <a:pt x="8654301" y="0"/>
                  </a:lnTo>
                  <a:close/>
                </a:path>
              </a:pathLst>
            </a:custGeom>
            <a:solidFill>
              <a:srgbClr val="C7D3E6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99" name="Google Shape;299;p38"/>
            <p:cNvSpPr/>
            <p:nvPr/>
          </p:nvSpPr>
          <p:spPr>
            <a:xfrm>
              <a:off x="0" y="2924835"/>
              <a:ext cx="6589395" cy="2027555"/>
            </a:xfrm>
            <a:custGeom>
              <a:rect b="b" l="l" r="r" t="t"/>
              <a:pathLst>
                <a:path extrusionOk="0" h="2027554" w="6589395">
                  <a:moveTo>
                    <a:pt x="6589077" y="38"/>
                  </a:moveTo>
                  <a:lnTo>
                    <a:pt x="4564189" y="38"/>
                  </a:lnTo>
                  <a:lnTo>
                    <a:pt x="0" y="0"/>
                  </a:lnTo>
                  <a:lnTo>
                    <a:pt x="0" y="2027224"/>
                  </a:lnTo>
                  <a:lnTo>
                    <a:pt x="4561852" y="2027224"/>
                  </a:lnTo>
                  <a:lnTo>
                    <a:pt x="4564189" y="2027224"/>
                  </a:lnTo>
                  <a:lnTo>
                    <a:pt x="4564189" y="2024926"/>
                  </a:lnTo>
                  <a:lnTo>
                    <a:pt x="6589077" y="38"/>
                  </a:lnTo>
                  <a:close/>
                </a:path>
              </a:pathLst>
            </a:custGeom>
            <a:solidFill>
              <a:srgbClr val="3E5378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00" name="Google Shape;300;p38"/>
            <p:cNvSpPr/>
            <p:nvPr/>
          </p:nvSpPr>
          <p:spPr>
            <a:xfrm>
              <a:off x="6946841" y="4948333"/>
              <a:ext cx="394335" cy="131445"/>
            </a:xfrm>
            <a:custGeom>
              <a:rect b="b" l="l" r="r" t="t"/>
              <a:pathLst>
                <a:path extrusionOk="0" h="131445" w="394334">
                  <a:moveTo>
                    <a:pt x="266380" y="131399"/>
                  </a:moveTo>
                  <a:lnTo>
                    <a:pt x="0" y="0"/>
                  </a:lnTo>
                  <a:lnTo>
                    <a:pt x="394199" y="0"/>
                  </a:lnTo>
                  <a:lnTo>
                    <a:pt x="266380" y="131399"/>
                  </a:lnTo>
                  <a:close/>
                </a:path>
              </a:pathLst>
            </a:custGeom>
            <a:solidFill>
              <a:srgbClr val="D16F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01" name="Google Shape;301;p38"/>
            <p:cNvSpPr/>
            <p:nvPr/>
          </p:nvSpPr>
          <p:spPr>
            <a:xfrm>
              <a:off x="7106437" y="4472724"/>
              <a:ext cx="2037714" cy="671195"/>
            </a:xfrm>
            <a:custGeom>
              <a:rect b="b" l="l" r="r" t="t"/>
              <a:pathLst>
                <a:path extrusionOk="0" h="671195" w="2037715">
                  <a:moveTo>
                    <a:pt x="2037562" y="12"/>
                  </a:moveTo>
                  <a:lnTo>
                    <a:pt x="670966" y="12"/>
                  </a:lnTo>
                  <a:lnTo>
                    <a:pt x="668248" y="12"/>
                  </a:lnTo>
                  <a:lnTo>
                    <a:pt x="668248" y="2717"/>
                  </a:lnTo>
                  <a:lnTo>
                    <a:pt x="0" y="670788"/>
                  </a:lnTo>
                  <a:lnTo>
                    <a:pt x="670966" y="670788"/>
                  </a:lnTo>
                  <a:lnTo>
                    <a:pt x="2037562" y="670775"/>
                  </a:lnTo>
                  <a:lnTo>
                    <a:pt x="2037562" y="12"/>
                  </a:lnTo>
                  <a:close/>
                </a:path>
              </a:pathLst>
            </a:custGeom>
            <a:solidFill>
              <a:srgbClr val="C7D3E6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02" name="Google Shape;302;p38"/>
            <p:cNvSpPr/>
            <p:nvPr/>
          </p:nvSpPr>
          <p:spPr>
            <a:xfrm>
              <a:off x="6949808" y="4646739"/>
              <a:ext cx="2194560" cy="304800"/>
            </a:xfrm>
            <a:custGeom>
              <a:rect b="b" l="l" r="r" t="t"/>
              <a:pathLst>
                <a:path extrusionOk="0" h="304800" w="2194559">
                  <a:moveTo>
                    <a:pt x="2194191" y="12"/>
                  </a:moveTo>
                  <a:lnTo>
                    <a:pt x="304546" y="12"/>
                  </a:lnTo>
                  <a:lnTo>
                    <a:pt x="298145" y="12"/>
                  </a:lnTo>
                  <a:lnTo>
                    <a:pt x="298145" y="6413"/>
                  </a:lnTo>
                  <a:lnTo>
                    <a:pt x="0" y="304558"/>
                  </a:lnTo>
                  <a:lnTo>
                    <a:pt x="298145" y="304558"/>
                  </a:lnTo>
                  <a:lnTo>
                    <a:pt x="2194191" y="304571"/>
                  </a:lnTo>
                  <a:lnTo>
                    <a:pt x="2194191" y="12"/>
                  </a:lnTo>
                  <a:close/>
                </a:path>
              </a:pathLst>
            </a:custGeom>
            <a:solidFill>
              <a:srgbClr val="FF98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303" name="Google Shape;303;p38"/>
          <p:cNvSpPr txBox="1"/>
          <p:nvPr>
            <p:ph type="title"/>
          </p:nvPr>
        </p:nvSpPr>
        <p:spPr>
          <a:xfrm>
            <a:off x="-1" y="2924825"/>
            <a:ext cx="4780200" cy="1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425">
            <a:spAutoFit/>
          </a:bodyPr>
          <a:lstStyle/>
          <a:p>
            <a:pPr indent="0" lvl="0" marL="0" marR="20447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5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5486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NoSQL VS’ Relational Database</a:t>
            </a:r>
            <a:endParaRPr/>
          </a:p>
        </p:txBody>
      </p:sp>
      <p:sp>
        <p:nvSpPr>
          <p:cNvPr id="304" name="Google Shape;304;p38"/>
          <p:cNvSpPr txBox="1"/>
          <p:nvPr>
            <p:ph idx="12" type="sldNum"/>
          </p:nvPr>
        </p:nvSpPr>
        <p:spPr>
          <a:xfrm>
            <a:off x="8827389" y="4696030"/>
            <a:ext cx="230504" cy="204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50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05" name="Google Shape;305;p38"/>
          <p:cNvSpPr txBox="1"/>
          <p:nvPr/>
        </p:nvSpPr>
        <p:spPr>
          <a:xfrm>
            <a:off x="4756866" y="3318184"/>
            <a:ext cx="559500" cy="47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0" name="Google Shape;310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41800" y="180850"/>
            <a:ext cx="6317825" cy="4962650"/>
          </a:xfrm>
          <a:prstGeom prst="rect">
            <a:avLst/>
          </a:prstGeom>
          <a:noFill/>
          <a:ln>
            <a:noFill/>
          </a:ln>
        </p:spPr>
      </p:pic>
      <p:sp>
        <p:nvSpPr>
          <p:cNvPr id="311" name="Google Shape;311;p39"/>
          <p:cNvSpPr txBox="1"/>
          <p:nvPr>
            <p:ph idx="12" type="sldNum"/>
          </p:nvPr>
        </p:nvSpPr>
        <p:spPr>
          <a:xfrm>
            <a:off x="8827389" y="4696030"/>
            <a:ext cx="230504" cy="204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50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40"/>
          <p:cNvSpPr txBox="1"/>
          <p:nvPr/>
        </p:nvSpPr>
        <p:spPr>
          <a:xfrm>
            <a:off x="2795371" y="2474575"/>
            <a:ext cx="3927900" cy="9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0">
                <a:solidFill>
                  <a:srgbClr val="FF9800"/>
                </a:solidFill>
                <a:latin typeface="Roboto"/>
                <a:ea typeface="Roboto"/>
                <a:cs typeface="Roboto"/>
                <a:sym typeface="Roboto"/>
              </a:rPr>
              <a:t>THANKS!</a:t>
            </a:r>
            <a:endParaRPr sz="6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7" name="Google Shape;317;p40"/>
          <p:cNvSpPr txBox="1"/>
          <p:nvPr/>
        </p:nvSpPr>
        <p:spPr>
          <a:xfrm>
            <a:off x="1567932" y="3791423"/>
            <a:ext cx="5627400" cy="40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44125">
            <a:spAutoFit/>
          </a:bodyPr>
          <a:lstStyle/>
          <a:p>
            <a:pPr indent="1269" lvl="0" marL="12065" marR="5080" rtl="0" algn="ctr">
              <a:lnSpc>
                <a:spcPct val="150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263148"/>
                </a:solidFill>
                <a:latin typeface="Roboto"/>
                <a:ea typeface="Roboto"/>
                <a:cs typeface="Roboto"/>
                <a:sym typeface="Roboto"/>
              </a:rPr>
              <a:t>Designed by : </a:t>
            </a:r>
            <a:r>
              <a:rPr lang="en" sz="1700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3"/>
              </a:rPr>
              <a:t>yamu.poudel@heraldcollege.edu.np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318" name="Google Shape;318;p40"/>
          <p:cNvGrpSpPr/>
          <p:nvPr/>
        </p:nvGrpSpPr>
        <p:grpSpPr>
          <a:xfrm>
            <a:off x="3996209" y="966889"/>
            <a:ext cx="1198066" cy="1127125"/>
            <a:chOff x="3996209" y="966889"/>
            <a:chExt cx="1198066" cy="1127125"/>
          </a:xfrm>
        </p:grpSpPr>
        <p:sp>
          <p:nvSpPr>
            <p:cNvPr id="319" name="Google Shape;319;p40"/>
            <p:cNvSpPr/>
            <p:nvPr/>
          </p:nvSpPr>
          <p:spPr>
            <a:xfrm>
              <a:off x="3996209" y="1393785"/>
              <a:ext cx="285750" cy="640080"/>
            </a:xfrm>
            <a:custGeom>
              <a:rect b="b" l="l" r="r" t="t"/>
              <a:pathLst>
                <a:path extrusionOk="0" h="640080" w="285750">
                  <a:moveTo>
                    <a:pt x="0" y="0"/>
                  </a:moveTo>
                  <a:lnTo>
                    <a:pt x="0" y="639508"/>
                  </a:lnTo>
                  <a:lnTo>
                    <a:pt x="285213" y="639508"/>
                  </a:lnTo>
                  <a:lnTo>
                    <a:pt x="285213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19025">
              <a:solidFill>
                <a:srgbClr val="3E537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pic>
          <p:nvPicPr>
            <p:cNvPr id="320" name="Google Shape;320;p4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110706" y="1456925"/>
              <a:ext cx="121831" cy="12175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1" name="Google Shape;321;p40"/>
            <p:cNvSpPr/>
            <p:nvPr/>
          </p:nvSpPr>
          <p:spPr>
            <a:xfrm>
              <a:off x="4302735" y="966889"/>
              <a:ext cx="891540" cy="1127125"/>
            </a:xfrm>
            <a:custGeom>
              <a:rect b="b" l="l" r="r" t="t"/>
              <a:pathLst>
                <a:path extrusionOk="0" h="1127125" w="891539">
                  <a:moveTo>
                    <a:pt x="0" y="974318"/>
                  </a:moveTo>
                  <a:lnTo>
                    <a:pt x="109837" y="974318"/>
                  </a:lnTo>
                  <a:lnTo>
                    <a:pt x="145261" y="991994"/>
                  </a:lnTo>
                  <a:lnTo>
                    <a:pt x="194870" y="1013306"/>
                  </a:lnTo>
                  <a:lnTo>
                    <a:pt x="258590" y="1038109"/>
                  </a:lnTo>
                  <a:lnTo>
                    <a:pt x="329511" y="1064658"/>
                  </a:lnTo>
                  <a:lnTo>
                    <a:pt x="405670" y="1087716"/>
                  </a:lnTo>
                  <a:lnTo>
                    <a:pt x="444659" y="1098336"/>
                  </a:lnTo>
                  <a:lnTo>
                    <a:pt x="483648" y="1107137"/>
                  </a:lnTo>
                  <a:lnTo>
                    <a:pt x="520818" y="1116011"/>
                  </a:lnTo>
                  <a:lnTo>
                    <a:pt x="557988" y="1121321"/>
                  </a:lnTo>
                  <a:lnTo>
                    <a:pt x="591666" y="1124885"/>
                  </a:lnTo>
                  <a:lnTo>
                    <a:pt x="625345" y="1126631"/>
                  </a:lnTo>
                  <a:lnTo>
                    <a:pt x="682009" y="1126631"/>
                  </a:lnTo>
                  <a:lnTo>
                    <a:pt x="712124" y="1124885"/>
                  </a:lnTo>
                  <a:lnTo>
                    <a:pt x="765297" y="1114265"/>
                  </a:lnTo>
                  <a:lnTo>
                    <a:pt x="802467" y="1094772"/>
                  </a:lnTo>
                  <a:lnTo>
                    <a:pt x="814906" y="1027417"/>
                  </a:lnTo>
                  <a:lnTo>
                    <a:pt x="813160" y="1015051"/>
                  </a:lnTo>
                  <a:lnTo>
                    <a:pt x="809595" y="1004432"/>
                  </a:lnTo>
                  <a:lnTo>
                    <a:pt x="802467" y="993812"/>
                  </a:lnTo>
                  <a:lnTo>
                    <a:pt x="791847" y="984938"/>
                  </a:lnTo>
                  <a:lnTo>
                    <a:pt x="800721" y="983192"/>
                  </a:lnTo>
                  <a:lnTo>
                    <a:pt x="809595" y="979628"/>
                  </a:lnTo>
                  <a:lnTo>
                    <a:pt x="818470" y="976064"/>
                  </a:lnTo>
                  <a:lnTo>
                    <a:pt x="839710" y="942387"/>
                  </a:lnTo>
                  <a:lnTo>
                    <a:pt x="846766" y="869795"/>
                  </a:lnTo>
                  <a:lnTo>
                    <a:pt x="846766" y="860920"/>
                  </a:lnTo>
                  <a:lnTo>
                    <a:pt x="846766" y="853865"/>
                  </a:lnTo>
                  <a:lnTo>
                    <a:pt x="845020" y="844991"/>
                  </a:lnTo>
                  <a:lnTo>
                    <a:pt x="841456" y="837936"/>
                  </a:lnTo>
                  <a:lnTo>
                    <a:pt x="832581" y="825497"/>
                  </a:lnTo>
                  <a:lnTo>
                    <a:pt x="827272" y="820187"/>
                  </a:lnTo>
                  <a:lnTo>
                    <a:pt x="821961" y="814878"/>
                  </a:lnTo>
                  <a:lnTo>
                    <a:pt x="857386" y="790074"/>
                  </a:lnTo>
                  <a:lnTo>
                    <a:pt x="871570" y="701480"/>
                  </a:lnTo>
                  <a:lnTo>
                    <a:pt x="871570" y="692606"/>
                  </a:lnTo>
                  <a:lnTo>
                    <a:pt x="871570" y="683805"/>
                  </a:lnTo>
                  <a:lnTo>
                    <a:pt x="869824" y="674931"/>
                  </a:lnTo>
                  <a:lnTo>
                    <a:pt x="866260" y="667803"/>
                  </a:lnTo>
                  <a:lnTo>
                    <a:pt x="862696" y="660747"/>
                  </a:lnTo>
                  <a:lnTo>
                    <a:pt x="857386" y="655437"/>
                  </a:lnTo>
                  <a:lnTo>
                    <a:pt x="852076" y="650127"/>
                  </a:lnTo>
                  <a:lnTo>
                    <a:pt x="845020" y="644817"/>
                  </a:lnTo>
                  <a:lnTo>
                    <a:pt x="852076" y="642999"/>
                  </a:lnTo>
                  <a:lnTo>
                    <a:pt x="859204" y="637689"/>
                  </a:lnTo>
                  <a:lnTo>
                    <a:pt x="882190" y="604084"/>
                  </a:lnTo>
                  <a:lnTo>
                    <a:pt x="884009" y="595211"/>
                  </a:lnTo>
                  <a:lnTo>
                    <a:pt x="891065" y="531420"/>
                  </a:lnTo>
                  <a:lnTo>
                    <a:pt x="889318" y="522546"/>
                  </a:lnTo>
                  <a:lnTo>
                    <a:pt x="887500" y="513745"/>
                  </a:lnTo>
                  <a:lnTo>
                    <a:pt x="852076" y="476503"/>
                  </a:lnTo>
                  <a:lnTo>
                    <a:pt x="813160" y="460573"/>
                  </a:lnTo>
                  <a:lnTo>
                    <a:pt x="767043" y="451699"/>
                  </a:lnTo>
                  <a:lnTo>
                    <a:pt x="717434" y="444644"/>
                  </a:lnTo>
                  <a:lnTo>
                    <a:pt x="641275" y="437516"/>
                  </a:lnTo>
                  <a:lnTo>
                    <a:pt x="550932" y="432206"/>
                  </a:lnTo>
                  <a:lnTo>
                    <a:pt x="458843" y="426896"/>
                  </a:lnTo>
                  <a:lnTo>
                    <a:pt x="481829" y="380853"/>
                  </a:lnTo>
                  <a:lnTo>
                    <a:pt x="499578" y="325936"/>
                  </a:lnTo>
                  <a:lnTo>
                    <a:pt x="513762" y="267455"/>
                  </a:lnTo>
                  <a:lnTo>
                    <a:pt x="520818" y="209047"/>
                  </a:lnTo>
                  <a:lnTo>
                    <a:pt x="526128" y="155876"/>
                  </a:lnTo>
                  <a:lnTo>
                    <a:pt x="529692" y="111579"/>
                  </a:lnTo>
                  <a:lnTo>
                    <a:pt x="529692" y="70846"/>
                  </a:lnTo>
                  <a:lnTo>
                    <a:pt x="529692" y="58408"/>
                  </a:lnTo>
                  <a:lnTo>
                    <a:pt x="524382" y="44224"/>
                  </a:lnTo>
                  <a:lnTo>
                    <a:pt x="499578" y="12365"/>
                  </a:lnTo>
                  <a:lnTo>
                    <a:pt x="458843" y="0"/>
                  </a:lnTo>
                  <a:lnTo>
                    <a:pt x="432220" y="1745"/>
                  </a:lnTo>
                  <a:lnTo>
                    <a:pt x="414545" y="5309"/>
                  </a:lnTo>
                  <a:lnTo>
                    <a:pt x="400360" y="10619"/>
                  </a:lnTo>
                  <a:lnTo>
                    <a:pt x="389740" y="15929"/>
                  </a:lnTo>
                  <a:lnTo>
                    <a:pt x="361372" y="106269"/>
                  </a:lnTo>
                  <a:lnTo>
                    <a:pt x="347187" y="147002"/>
                  </a:lnTo>
                  <a:lnTo>
                    <a:pt x="333003" y="184244"/>
                  </a:lnTo>
                  <a:lnTo>
                    <a:pt x="304707" y="246216"/>
                  </a:lnTo>
                  <a:lnTo>
                    <a:pt x="281648" y="285203"/>
                  </a:lnTo>
                  <a:lnTo>
                    <a:pt x="265718" y="301133"/>
                  </a:lnTo>
                  <a:lnTo>
                    <a:pt x="240914" y="325936"/>
                  </a:lnTo>
                  <a:lnTo>
                    <a:pt x="182431" y="380853"/>
                  </a:lnTo>
                  <a:lnTo>
                    <a:pt x="104527" y="451699"/>
                  </a:lnTo>
                  <a:lnTo>
                    <a:pt x="0" y="451699"/>
                  </a:lnTo>
                </a:path>
              </a:pathLst>
            </a:custGeom>
            <a:noFill/>
            <a:ln cap="flat" cmpd="sng" w="19025">
              <a:solidFill>
                <a:srgbClr val="3E537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322" name="Google Shape;322;p40"/>
          <p:cNvSpPr txBox="1"/>
          <p:nvPr>
            <p:ph idx="12" type="sldNum"/>
          </p:nvPr>
        </p:nvSpPr>
        <p:spPr>
          <a:xfrm>
            <a:off x="8827389" y="4696030"/>
            <a:ext cx="230504" cy="204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50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