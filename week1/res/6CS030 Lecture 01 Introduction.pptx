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6858000" cx="9144000"/>
  <p:notesSz cx="7010400" cy="9296400"/>
  <p:embeddedFontLst>
    <p:embeddedFont>
      <p:font typeface="Arimo"/>
      <p:regular r:id="rId40"/>
      <p:bold r:id="rId41"/>
      <p:italic r:id="rId42"/>
      <p:boldItalic r:id="rId43"/>
    </p:embeddedFont>
    <p:embeddedFont>
      <p:font typeface="Manrope"/>
      <p:regular r:id="rId44"/>
      <p:bold r:id="rId45"/>
    </p:embeddedFont>
    <p:embeddedFont>
      <p:font typeface="Tahoma"/>
      <p:regular r:id="rId46"/>
      <p:bold r:id="rId47"/>
    </p:embeddedFont>
    <p:embeddedFont>
      <p:font typeface="Quattrocento Sans"/>
      <p:regular r:id="rId48"/>
      <p:bold r:id="rId49"/>
      <p:italic r:id="rId50"/>
      <p:boldItalic r:id="rId51"/>
    </p:embeddedFont>
    <p:embeddedFont>
      <p:font typeface="Arial Black"/>
      <p:regular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3" roundtripDataSignature="AMtx7mhpnbPzOZ1VVQE2Il91GPOSMW0L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5265A3-EC26-4A1B-B140-23BB71F3042B}">
  <a:tblStyle styleId="{715265A3-EC26-4A1B-B140-23BB71F3042B}"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FF6FF"/>
          </a:solidFill>
        </a:fill>
      </a:tcStyle>
    </a:wholeTbl>
    <a:band1H>
      <a:tcTxStyle/>
      <a:tcStyle>
        <a:fill>
          <a:solidFill>
            <a:srgbClr val="DDECFF"/>
          </a:solidFill>
        </a:fill>
      </a:tcStyle>
    </a:band1H>
    <a:band2H>
      <a:tcTxStyle/>
    </a:band2H>
    <a:band1V>
      <a:tcTxStyle/>
      <a:tcStyle>
        <a:fill>
          <a:solidFill>
            <a:srgbClr val="DDECFF"/>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imo-regular.fntdata"/><Relationship Id="rId42" Type="http://schemas.openxmlformats.org/officeDocument/2006/relationships/font" Target="fonts/Arimo-italic.fntdata"/><Relationship Id="rId41" Type="http://schemas.openxmlformats.org/officeDocument/2006/relationships/font" Target="fonts/Arimo-bold.fntdata"/><Relationship Id="rId44" Type="http://schemas.openxmlformats.org/officeDocument/2006/relationships/font" Target="fonts/Manrope-regular.fntdata"/><Relationship Id="rId43" Type="http://schemas.openxmlformats.org/officeDocument/2006/relationships/font" Target="fonts/Arimo-boldItalic.fntdata"/><Relationship Id="rId46" Type="http://schemas.openxmlformats.org/officeDocument/2006/relationships/font" Target="fonts/Tahoma-regular.fntdata"/><Relationship Id="rId45" Type="http://schemas.openxmlformats.org/officeDocument/2006/relationships/font" Target="fonts/Manrope-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QuattrocentoSans-regular.fntdata"/><Relationship Id="rId47" Type="http://schemas.openxmlformats.org/officeDocument/2006/relationships/font" Target="fonts/Tahoma-bold.fntdata"/><Relationship Id="rId49" Type="http://schemas.openxmlformats.org/officeDocument/2006/relationships/font" Target="fonts/Quattrocento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QuattrocentoSans-boldItalic.fntdata"/><Relationship Id="rId50" Type="http://schemas.openxmlformats.org/officeDocument/2006/relationships/font" Target="fonts/QuattrocentoSans-italic.fntdata"/><Relationship Id="rId53" Type="http://customschemas.google.com/relationships/presentationmetadata" Target="metadata"/><Relationship Id="rId52" Type="http://schemas.openxmlformats.org/officeDocument/2006/relationships/font" Target="fonts/ArialBlack-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8475" cy="4667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0338" y="0"/>
            <a:ext cx="3038475" cy="46672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675"/>
            <a:ext cx="3038475" cy="4667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5" name="Google Shape;95;p1: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6" name="Google Shape;106;p2: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4" name="Google Shape;114;p3: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2" name="Google Shape;122;p4: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1" name="Google Shape;131;p5: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9" name="Google Shape;139;p6: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7" name="Google Shape;147;p7: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6" name="Google Shape;156;p8: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4" name="Google Shape;164;p9: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2" name="Google Shape;172;p10: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1: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2: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http://www.theguardian.com/technology/2015/feb/11/samsungs-smart-tv-is-the-least-of-our-worries-when-it-comes-to-snooping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3: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http://www.ncdc.noaa.gov/data-access/satellite-data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4: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4: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http://hubblesite.org/the_telescope/hubble_essentials/quick_facts.php </a:t>
            </a:r>
            <a:endParaRPr/>
          </a:p>
          <a:p>
            <a:pPr indent="0" lvl="0" marL="0" marR="0" rtl="0" algn="l">
              <a:lnSpc>
                <a:spcPct val="100000"/>
              </a:lnSpc>
              <a:spcBef>
                <a:spcPts val="360"/>
              </a:spcBef>
              <a:spcAft>
                <a:spcPts val="0"/>
              </a:spcAft>
              <a:buClr>
                <a:schemeClr val="dk1"/>
              </a:buClr>
              <a:buSzPts val="1200"/>
              <a:buFont typeface="Calibri"/>
              <a:buNone/>
            </a:pPr>
            <a:r>
              <a:rPr lang="en-US"/>
              <a:t>https://www.skatelescope.org/news/pawsey-centre/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http://casu.ast.cam.ac.uk/casuadc/</a:t>
            </a:r>
            <a:endParaRPr/>
          </a:p>
          <a:p>
            <a:pPr indent="0" lvl="0" marL="0" rtl="0" algn="l">
              <a:spcBef>
                <a:spcPts val="360"/>
              </a:spcBef>
              <a:spcAft>
                <a:spcPts val="0"/>
              </a:spcAft>
              <a:buNone/>
            </a:pPr>
            <a:r>
              <a:rPr lang="en-US"/>
              <a:t>http://www.noao.edu/meetings/bigdata/</a:t>
            </a:r>
            <a:endParaRPr/>
          </a:p>
          <a:p>
            <a:pPr indent="0" lvl="0" marL="0" rtl="0" algn="l">
              <a:spcBef>
                <a:spcPts val="360"/>
              </a:spcBef>
              <a:spcAft>
                <a:spcPts val="0"/>
              </a:spcAft>
              <a:buNone/>
            </a:pPr>
            <a:r>
              <a:rPr lang="en-US"/>
              <a:t>http://hubblesite.org/the_telescope/team_hubble/</a:t>
            </a:r>
            <a:endParaRPr/>
          </a:p>
          <a:p>
            <a:pPr indent="0" lvl="0" marL="0" rtl="0" algn="l">
              <a:spcBef>
                <a:spcPts val="360"/>
              </a:spcBef>
              <a:spcAft>
                <a:spcPts val="0"/>
              </a:spcAft>
              <a:buNone/>
            </a:pPr>
            <a:r>
              <a:rPr lang="en-US"/>
              <a:t>http://hla.stsci.edu/</a:t>
            </a:r>
            <a:endParaRPr/>
          </a:p>
          <a:p>
            <a:pPr indent="0" lvl="0" marL="0" rtl="0" algn="l">
              <a:spcBef>
                <a:spcPts val="360"/>
              </a:spcBef>
              <a:spcAft>
                <a:spcPts val="0"/>
              </a:spcAft>
              <a:buNone/>
            </a:pPr>
            <a:r>
              <a:rPr lang="en-US"/>
              <a:t>http://www.mwatelescope.org/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5: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5: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http://www.acquia.com/examples-big-data-projects</a:t>
            </a:r>
            <a:endParaRPr/>
          </a:p>
          <a:p>
            <a:pPr indent="0" lvl="0" marL="0" rtl="0" algn="l">
              <a:spcBef>
                <a:spcPts val="360"/>
              </a:spcBef>
              <a:spcAft>
                <a:spcPts val="0"/>
              </a:spcAft>
              <a:buNone/>
            </a:pPr>
            <a:r>
              <a:rPr lang="en-US"/>
              <a:t>http://kognitio.com/nectar-card-operator-selects-kognitio-wx2-virtual-data-warehouse-appliance-to-transform-data-analytics/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6: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2" name="Google Shape;222;p16: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6:notes"/>
          <p:cNvSpPr txBox="1"/>
          <p:nvPr>
            <p:ph idx="3" type="hdr"/>
          </p:nvPr>
        </p:nvSpPr>
        <p:spPr>
          <a:xfrm>
            <a:off x="0" y="0"/>
            <a:ext cx="3038475" cy="4667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TechEd 2013</a:t>
            </a:r>
            <a:endParaRPr/>
          </a:p>
        </p:txBody>
      </p:sp>
      <p:sp>
        <p:nvSpPr>
          <p:cNvPr id="224" name="Google Shape;224;p16:notes"/>
          <p:cNvSpPr txBox="1"/>
          <p:nvPr>
            <p:ph idx="11" type="ftr"/>
          </p:nvPr>
        </p:nvSpPr>
        <p:spPr>
          <a:xfrm>
            <a:off x="0" y="8829675"/>
            <a:ext cx="3038475" cy="4667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400">
                <a:solidFill>
                  <a:srgbClr val="000000"/>
                </a:solidFill>
                <a:latin typeface="Quattrocento Sans"/>
                <a:ea typeface="Quattrocento Sans"/>
                <a:cs typeface="Quattrocento Sans"/>
                <a:sym typeface="Quattrocento Sans"/>
              </a:rPr>
              <a:t>Big Data Analytics with Hadoop | BoharaG</a:t>
            </a:r>
            <a:endParaRPr sz="400">
              <a:solidFill>
                <a:srgbClr val="000000"/>
              </a:solidFill>
              <a:latin typeface="Quattrocento Sans"/>
              <a:ea typeface="Quattrocento Sans"/>
              <a:cs typeface="Quattrocento Sans"/>
              <a:sym typeface="Quattrocento Sans"/>
            </a:endParaRPr>
          </a:p>
        </p:txBody>
      </p:sp>
      <p:sp>
        <p:nvSpPr>
          <p:cNvPr id="225" name="Google Shape;225;p16:notes"/>
          <p:cNvSpPr txBox="1"/>
          <p:nvPr>
            <p:ph idx="10" type="dt"/>
          </p:nvPr>
        </p:nvSpPr>
        <p:spPr>
          <a:xfrm>
            <a:off x="3970338" y="0"/>
            <a:ext cx="3038475" cy="4667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Arial"/>
                <a:ea typeface="Arial"/>
                <a:cs typeface="Arial"/>
                <a:sym typeface="Arial"/>
              </a:rPr>
              <a:t>2/24/24 10:00 PM</a:t>
            </a:r>
            <a:endParaRPr sz="1200">
              <a:solidFill>
                <a:schemeClr val="dk1"/>
              </a:solidFill>
              <a:latin typeface="Arial"/>
              <a:ea typeface="Arial"/>
              <a:cs typeface="Arial"/>
              <a:sym typeface="Arial"/>
            </a:endParaRPr>
          </a:p>
        </p:txBody>
      </p:sp>
      <p:sp>
        <p:nvSpPr>
          <p:cNvPr id="226" name="Google Shape;226;p16: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7: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4" name="Google Shape;234;p17: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2" name="Google Shape;242;p18: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9: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0" name="Google Shape;250;p19: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0: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8" name="Google Shape;258;p20: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1: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6" name="Google Shape;266;p21: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2: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4" name="Google Shape;274;p22: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3: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2" name="Google Shape;282;p23: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4: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0" name="Google Shape;290;p24: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5: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8" name="Google Shape;298;p25: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6: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6" name="Google Shape;306;p26: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7: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4" name="Google Shape;314;p27: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8: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2" name="Google Shape;322;p28: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9: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0" name="Google Shape;330;p29: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0: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8" name="Google Shape;338;p30: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1: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6" name="Google Shape;346;p31: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2: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4" name="Google Shape;354;p32: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3: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2" name="Google Shape;362;p33:notes"/>
          <p:cNvSpPr/>
          <p:nvPr>
            <p:ph idx="2" type="sldImg"/>
          </p:nvPr>
        </p:nvSpPr>
        <p:spPr>
          <a:xfrm>
            <a:off x="1414463" y="1162050"/>
            <a:ext cx="4181475"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5"/>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5"/>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08610" lvl="1" marL="914400" algn="l">
              <a:spcBef>
                <a:spcPts val="360"/>
              </a:spcBef>
              <a:spcAft>
                <a:spcPts val="0"/>
              </a:spcAft>
              <a:buSzPts val="1260"/>
              <a:buChar char="●"/>
              <a:defRPr/>
            </a:lvl2pPr>
            <a:lvl3pPr indent="-302894" lvl="2" marL="1371600" algn="l">
              <a:spcBef>
                <a:spcPts val="360"/>
              </a:spcBef>
              <a:spcAft>
                <a:spcPts val="0"/>
              </a:spcAft>
              <a:buSzPts val="1170"/>
              <a:buChar char="●"/>
              <a:defRPr/>
            </a:lvl3pPr>
            <a:lvl4pPr indent="-297180" lvl="3" marL="1828800" algn="l">
              <a:spcBef>
                <a:spcPts val="360"/>
              </a:spcBef>
              <a:spcAft>
                <a:spcPts val="0"/>
              </a:spcAft>
              <a:buSzPts val="1080"/>
              <a:buChar char="●"/>
              <a:defRPr/>
            </a:lvl4pPr>
            <a:lvl5pPr indent="-274320" lvl="4" marL="2286000" algn="l">
              <a:spcBef>
                <a:spcPts val="360"/>
              </a:spcBef>
              <a:spcAft>
                <a:spcPts val="0"/>
              </a:spcAft>
              <a:buSzPts val="720"/>
              <a:buChar char="●"/>
              <a:defRPr/>
            </a:lvl5pPr>
            <a:lvl6pPr indent="-274320" lvl="5" marL="2743200" algn="l">
              <a:spcBef>
                <a:spcPts val="360"/>
              </a:spcBef>
              <a:spcAft>
                <a:spcPts val="0"/>
              </a:spcAft>
              <a:buSzPts val="720"/>
              <a:buChar char="●"/>
              <a:defRPr/>
            </a:lvl6pPr>
            <a:lvl7pPr indent="-274320" lvl="6" marL="3200400" algn="l">
              <a:spcBef>
                <a:spcPts val="360"/>
              </a:spcBef>
              <a:spcAft>
                <a:spcPts val="0"/>
              </a:spcAft>
              <a:buSzPts val="720"/>
              <a:buChar char="●"/>
              <a:defRPr/>
            </a:lvl7pPr>
            <a:lvl8pPr indent="-274320" lvl="7" marL="3657600" algn="l">
              <a:spcBef>
                <a:spcPts val="360"/>
              </a:spcBef>
              <a:spcAft>
                <a:spcPts val="0"/>
              </a:spcAft>
              <a:buSzPts val="720"/>
              <a:buChar char="●"/>
              <a:defRPr/>
            </a:lvl8pPr>
            <a:lvl9pPr indent="-274320" lvl="8" marL="4114800" algn="l">
              <a:spcBef>
                <a:spcPts val="360"/>
              </a:spcBef>
              <a:spcAft>
                <a:spcPts val="0"/>
              </a:spcAft>
              <a:buSzPts val="720"/>
              <a:buChar char="●"/>
              <a:defRPr/>
            </a:lvl9pPr>
          </a:lstStyle>
          <a:p/>
        </p:txBody>
      </p:sp>
      <p:sp>
        <p:nvSpPr>
          <p:cNvPr id="22" name="Google Shape;22;p35"/>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5"/>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5"/>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5" name="Shape 25"/>
        <p:cNvGrpSpPr/>
        <p:nvPr/>
      </p:nvGrpSpPr>
      <p:grpSpPr>
        <a:xfrm>
          <a:off x="0" y="0"/>
          <a:ext cx="0" cy="0"/>
          <a:chOff x="0" y="0"/>
          <a:chExt cx="0" cy="0"/>
        </a:xfrm>
      </p:grpSpPr>
      <p:grpSp>
        <p:nvGrpSpPr>
          <p:cNvPr id="26" name="Google Shape;26;p36"/>
          <p:cNvGrpSpPr/>
          <p:nvPr/>
        </p:nvGrpSpPr>
        <p:grpSpPr>
          <a:xfrm>
            <a:off x="0" y="927100"/>
            <a:ext cx="8991600" cy="4495800"/>
            <a:chOff x="0" y="584"/>
            <a:chExt cx="5664" cy="2832"/>
          </a:xfrm>
        </p:grpSpPr>
        <p:sp>
          <p:nvSpPr>
            <p:cNvPr id="27" name="Google Shape;27;p36"/>
            <p:cNvSpPr/>
            <p:nvPr/>
          </p:nvSpPr>
          <p:spPr>
            <a:xfrm>
              <a:off x="432" y="1304"/>
              <a:ext cx="4656" cy="2112"/>
            </a:xfrm>
            <a:prstGeom prst="roundRect">
              <a:avLst>
                <a:gd fmla="val 16667" name="adj"/>
              </a:avLst>
            </a:prstGeom>
            <a:noFill/>
            <a:ln cap="flat" cmpd="sng" w="508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8" name="Google Shape;28;p36"/>
            <p:cNvSpPr/>
            <p:nvPr/>
          </p:nvSpPr>
          <p:spPr>
            <a:xfrm>
              <a:off x="144" y="584"/>
              <a:ext cx="4512" cy="624"/>
            </a:xfrm>
            <a:prstGeom prst="rect">
              <a:avLst/>
            </a:prstGeom>
            <a:solidFill>
              <a:schemeClr val="lt1"/>
            </a:solidFill>
            <a:ln cap="flat" cmpd="sng" w="5715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9" name="Google Shape;29;p36"/>
            <p:cNvSpPr/>
            <p:nvPr/>
          </p:nvSpPr>
          <p:spPr>
            <a:xfrm>
              <a:off x="0" y="872"/>
              <a:ext cx="5664" cy="1152"/>
            </a:xfrm>
            <a:custGeom>
              <a:rect b="b" l="l" r="r" t="t"/>
              <a:pathLst>
                <a:path extrusionOk="0" h="1000" w="4917">
                  <a:moveTo>
                    <a:pt x="0" y="0"/>
                  </a:moveTo>
                  <a:lnTo>
                    <a:pt x="4416" y="0"/>
                  </a:lnTo>
                  <a:cubicBezTo>
                    <a:pt x="4693" y="0"/>
                    <a:pt x="4917" y="223"/>
                    <a:pt x="4917" y="500"/>
                  </a:cubicBezTo>
                  <a:cubicBezTo>
                    <a:pt x="4917" y="776"/>
                    <a:pt x="4693" y="999"/>
                    <a:pt x="4417" y="1000"/>
                  </a:cubicBezTo>
                  <a:lnTo>
                    <a:pt x="0" y="1000"/>
                  </a:lnTo>
                  <a:lnTo>
                    <a:pt x="0"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0" name="Google Shape;30;p36"/>
            <p:cNvCxnSpPr/>
            <p:nvPr/>
          </p:nvCxnSpPr>
          <p:spPr>
            <a:xfrm>
              <a:off x="0" y="1928"/>
              <a:ext cx="5232" cy="0"/>
            </a:xfrm>
            <a:prstGeom prst="straightConnector1">
              <a:avLst/>
            </a:prstGeom>
            <a:noFill/>
            <a:ln cap="flat" cmpd="sng" w="50800">
              <a:solidFill>
                <a:schemeClr val="lt1"/>
              </a:solidFill>
              <a:prstDash val="solid"/>
              <a:round/>
              <a:headEnd len="med" w="med" type="none"/>
              <a:tailEnd len="med" w="med" type="none"/>
            </a:ln>
          </p:spPr>
        </p:cxnSp>
      </p:grpSp>
      <p:sp>
        <p:nvSpPr>
          <p:cNvPr id="31" name="Google Shape;31;p36"/>
          <p:cNvSpPr txBox="1"/>
          <p:nvPr>
            <p:ph type="ctrTitle"/>
          </p:nvPr>
        </p:nvSpPr>
        <p:spPr>
          <a:xfrm>
            <a:off x="228600" y="1427163"/>
            <a:ext cx="8077200" cy="16097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4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6"/>
          <p:cNvSpPr txBox="1"/>
          <p:nvPr>
            <p:ph idx="1" type="subTitle"/>
          </p:nvPr>
        </p:nvSpPr>
        <p:spPr>
          <a:xfrm>
            <a:off x="1066800" y="3441700"/>
            <a:ext cx="6629400" cy="1676400"/>
          </a:xfrm>
          <a:prstGeom prst="rect">
            <a:avLst/>
          </a:prstGeom>
          <a:noFill/>
          <a:ln>
            <a:noFill/>
          </a:ln>
        </p:spPr>
        <p:txBody>
          <a:bodyPr anchorCtr="0" anchor="t" bIns="45700" lIns="91425" spcFirstLastPara="1" rIns="91425" wrap="square" tIns="45700">
            <a:noAutofit/>
          </a:bodyPr>
          <a:lstStyle>
            <a:lvl1pPr lvl="0" algn="l">
              <a:spcBef>
                <a:spcPts val="640"/>
              </a:spcBef>
              <a:spcAft>
                <a:spcPts val="0"/>
              </a:spcAft>
              <a:buSzPts val="2560"/>
              <a:buFont typeface="Noto Sans Symbols"/>
              <a:buNone/>
              <a:defRPr/>
            </a:lvl1pPr>
            <a:lvl2pPr lvl="1" algn="l">
              <a:spcBef>
                <a:spcPts val="360"/>
              </a:spcBef>
              <a:spcAft>
                <a:spcPts val="0"/>
              </a:spcAft>
              <a:buSzPts val="1260"/>
              <a:buChar char="●"/>
              <a:defRPr/>
            </a:lvl2pPr>
            <a:lvl3pPr lvl="2" algn="l">
              <a:spcBef>
                <a:spcPts val="360"/>
              </a:spcBef>
              <a:spcAft>
                <a:spcPts val="0"/>
              </a:spcAft>
              <a:buSzPts val="1170"/>
              <a:buChar char="●"/>
              <a:defRPr/>
            </a:lvl3pPr>
            <a:lvl4pPr lvl="3" algn="l">
              <a:spcBef>
                <a:spcPts val="360"/>
              </a:spcBef>
              <a:spcAft>
                <a:spcPts val="0"/>
              </a:spcAft>
              <a:buSzPts val="1080"/>
              <a:buChar char="●"/>
              <a:defRPr/>
            </a:lvl4pPr>
            <a:lvl5pPr lvl="4" algn="l">
              <a:spcBef>
                <a:spcPts val="360"/>
              </a:spcBef>
              <a:spcAft>
                <a:spcPts val="0"/>
              </a:spcAft>
              <a:buSzPts val="720"/>
              <a:buChar char="●"/>
              <a:defRPr/>
            </a:lvl5pPr>
            <a:lvl6pPr lvl="5" algn="l">
              <a:spcBef>
                <a:spcPts val="360"/>
              </a:spcBef>
              <a:spcAft>
                <a:spcPts val="0"/>
              </a:spcAft>
              <a:buSzPts val="720"/>
              <a:buChar char="●"/>
              <a:defRPr/>
            </a:lvl6pPr>
            <a:lvl7pPr lvl="6" algn="l">
              <a:spcBef>
                <a:spcPts val="360"/>
              </a:spcBef>
              <a:spcAft>
                <a:spcPts val="0"/>
              </a:spcAft>
              <a:buSzPts val="720"/>
              <a:buChar char="●"/>
              <a:defRPr/>
            </a:lvl7pPr>
            <a:lvl8pPr lvl="7" algn="l">
              <a:spcBef>
                <a:spcPts val="360"/>
              </a:spcBef>
              <a:spcAft>
                <a:spcPts val="0"/>
              </a:spcAft>
              <a:buSzPts val="720"/>
              <a:buChar char="●"/>
              <a:defRPr/>
            </a:lvl8pPr>
            <a:lvl9pPr lvl="8" algn="l">
              <a:spcBef>
                <a:spcPts val="360"/>
              </a:spcBef>
              <a:spcAft>
                <a:spcPts val="0"/>
              </a:spcAft>
              <a:buSzPts val="720"/>
              <a:buChar char="●"/>
              <a:defRPr/>
            </a:lvl9pPr>
          </a:lstStyle>
          <a:p/>
        </p:txBody>
      </p:sp>
      <p:sp>
        <p:nvSpPr>
          <p:cNvPr id="33" name="Google Shape;33;p36"/>
          <p:cNvSpPr txBox="1"/>
          <p:nvPr>
            <p:ph idx="10" type="dt"/>
          </p:nvPr>
        </p:nvSpPr>
        <p:spPr>
          <a:xfrm>
            <a:off x="457200" y="6248400"/>
            <a:ext cx="2133600" cy="4714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6"/>
          <p:cNvSpPr txBox="1"/>
          <p:nvPr>
            <p:ph idx="11" type="ftr"/>
          </p:nvPr>
        </p:nvSpPr>
        <p:spPr>
          <a:xfrm>
            <a:off x="3124200" y="6253163"/>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6"/>
          <p:cNvSpPr txBox="1"/>
          <p:nvPr>
            <p:ph idx="12" type="sldNum"/>
          </p:nvPr>
        </p:nvSpPr>
        <p:spPr>
          <a:xfrm>
            <a:off x="6553200" y="6248400"/>
            <a:ext cx="2133600" cy="471488"/>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600"/>
              <a:buNone/>
              <a:defRPr sz="2000"/>
            </a:lvl1pPr>
            <a:lvl2pPr indent="-228600" lvl="1" marL="914400" algn="l">
              <a:spcBef>
                <a:spcPts val="360"/>
              </a:spcBef>
              <a:spcAft>
                <a:spcPts val="0"/>
              </a:spcAft>
              <a:buSzPts val="1260"/>
              <a:buNone/>
              <a:defRPr sz="1800"/>
            </a:lvl2pPr>
            <a:lvl3pPr indent="-228600" lvl="2" marL="1371600" algn="l">
              <a:spcBef>
                <a:spcPts val="320"/>
              </a:spcBef>
              <a:spcAft>
                <a:spcPts val="0"/>
              </a:spcAft>
              <a:buSzPts val="1040"/>
              <a:buNone/>
              <a:defRPr sz="1600"/>
            </a:lvl3pPr>
            <a:lvl4pPr indent="-228600" lvl="3" marL="1828800" algn="l">
              <a:spcBef>
                <a:spcPts val="280"/>
              </a:spcBef>
              <a:spcAft>
                <a:spcPts val="0"/>
              </a:spcAft>
              <a:buSzPts val="840"/>
              <a:buNone/>
              <a:defRPr sz="1400"/>
            </a:lvl4pPr>
            <a:lvl5pPr indent="-228600" lvl="4" marL="2286000" algn="l">
              <a:spcBef>
                <a:spcPts val="280"/>
              </a:spcBef>
              <a:spcAft>
                <a:spcPts val="0"/>
              </a:spcAft>
              <a:buSzPts val="560"/>
              <a:buNone/>
              <a:defRPr sz="1400"/>
            </a:lvl5pPr>
            <a:lvl6pPr indent="-228600" lvl="5" marL="2743200" algn="l">
              <a:spcBef>
                <a:spcPts val="280"/>
              </a:spcBef>
              <a:spcAft>
                <a:spcPts val="0"/>
              </a:spcAft>
              <a:buSzPts val="560"/>
              <a:buNone/>
              <a:defRPr sz="1400"/>
            </a:lvl6pPr>
            <a:lvl7pPr indent="-228600" lvl="6" marL="3200400" algn="l">
              <a:spcBef>
                <a:spcPts val="280"/>
              </a:spcBef>
              <a:spcAft>
                <a:spcPts val="0"/>
              </a:spcAft>
              <a:buSzPts val="560"/>
              <a:buNone/>
              <a:defRPr sz="1400"/>
            </a:lvl7pPr>
            <a:lvl8pPr indent="-228600" lvl="7" marL="3657600" algn="l">
              <a:spcBef>
                <a:spcPts val="280"/>
              </a:spcBef>
              <a:spcAft>
                <a:spcPts val="0"/>
              </a:spcAft>
              <a:buSzPts val="560"/>
              <a:buNone/>
              <a:defRPr sz="1400"/>
            </a:lvl8pPr>
            <a:lvl9pPr indent="-228600" lvl="8" marL="4114800" algn="l">
              <a:spcBef>
                <a:spcPts val="280"/>
              </a:spcBef>
              <a:spcAft>
                <a:spcPts val="0"/>
              </a:spcAft>
              <a:buSzPts val="560"/>
              <a:buNone/>
              <a:defRPr sz="1400"/>
            </a:lvl9pPr>
          </a:lstStyle>
          <a:p/>
        </p:txBody>
      </p:sp>
      <p:sp>
        <p:nvSpPr>
          <p:cNvPr id="39" name="Google Shape;39;p37"/>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7"/>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7"/>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38"/>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8"/>
          <p:cNvSpPr txBox="1"/>
          <p:nvPr>
            <p:ph idx="1" type="body"/>
          </p:nvPr>
        </p:nvSpPr>
        <p:spPr>
          <a:xfrm>
            <a:off x="609600" y="1600200"/>
            <a:ext cx="3886200" cy="4419600"/>
          </a:xfrm>
          <a:prstGeom prst="rect">
            <a:avLst/>
          </a:prstGeom>
          <a:noFill/>
          <a:ln>
            <a:noFill/>
          </a:ln>
        </p:spPr>
        <p:txBody>
          <a:bodyPr anchorCtr="0" anchor="t" bIns="45700" lIns="91425" spcFirstLastPara="1" rIns="91425" wrap="square" tIns="45700">
            <a:noAutofit/>
          </a:bodyPr>
          <a:lstStyle>
            <a:lvl1pPr indent="-370840" lvl="0" marL="457200" algn="l">
              <a:spcBef>
                <a:spcPts val="560"/>
              </a:spcBef>
              <a:spcAft>
                <a:spcPts val="0"/>
              </a:spcAft>
              <a:buSzPts val="2240"/>
              <a:buChar char="●"/>
              <a:defRPr sz="2800"/>
            </a:lvl1pPr>
            <a:lvl2pPr indent="-335280" lvl="1" marL="914400" algn="l">
              <a:spcBef>
                <a:spcPts val="480"/>
              </a:spcBef>
              <a:spcAft>
                <a:spcPts val="0"/>
              </a:spcAft>
              <a:buSzPts val="1680"/>
              <a:buChar char="●"/>
              <a:defRPr sz="2400"/>
            </a:lvl2pPr>
            <a:lvl3pPr indent="-311150" lvl="2" marL="1371600" algn="l">
              <a:spcBef>
                <a:spcPts val="400"/>
              </a:spcBef>
              <a:spcAft>
                <a:spcPts val="0"/>
              </a:spcAft>
              <a:buSzPts val="1300"/>
              <a:buChar char="●"/>
              <a:defRPr sz="2000"/>
            </a:lvl3pPr>
            <a:lvl4pPr indent="-297180" lvl="3" marL="1828800" algn="l">
              <a:spcBef>
                <a:spcPts val="360"/>
              </a:spcBef>
              <a:spcAft>
                <a:spcPts val="0"/>
              </a:spcAft>
              <a:buSzPts val="1080"/>
              <a:buChar char="●"/>
              <a:defRPr sz="1800"/>
            </a:lvl4pPr>
            <a:lvl5pPr indent="-274320" lvl="4" marL="2286000" algn="l">
              <a:spcBef>
                <a:spcPts val="360"/>
              </a:spcBef>
              <a:spcAft>
                <a:spcPts val="0"/>
              </a:spcAft>
              <a:buSzPts val="720"/>
              <a:buChar char="●"/>
              <a:defRPr sz="1800"/>
            </a:lvl5pPr>
            <a:lvl6pPr indent="-274320" lvl="5" marL="2743200" algn="l">
              <a:spcBef>
                <a:spcPts val="360"/>
              </a:spcBef>
              <a:spcAft>
                <a:spcPts val="0"/>
              </a:spcAft>
              <a:buSzPts val="720"/>
              <a:buChar char="●"/>
              <a:defRPr sz="1800"/>
            </a:lvl6pPr>
            <a:lvl7pPr indent="-274320" lvl="6" marL="3200400" algn="l">
              <a:spcBef>
                <a:spcPts val="360"/>
              </a:spcBef>
              <a:spcAft>
                <a:spcPts val="0"/>
              </a:spcAft>
              <a:buSzPts val="720"/>
              <a:buChar char="●"/>
              <a:defRPr sz="1800"/>
            </a:lvl7pPr>
            <a:lvl8pPr indent="-274320" lvl="7" marL="3657600" algn="l">
              <a:spcBef>
                <a:spcPts val="360"/>
              </a:spcBef>
              <a:spcAft>
                <a:spcPts val="0"/>
              </a:spcAft>
              <a:buSzPts val="720"/>
              <a:buChar char="●"/>
              <a:defRPr sz="1800"/>
            </a:lvl8pPr>
            <a:lvl9pPr indent="-274320" lvl="8" marL="4114800" algn="l">
              <a:spcBef>
                <a:spcPts val="360"/>
              </a:spcBef>
              <a:spcAft>
                <a:spcPts val="0"/>
              </a:spcAft>
              <a:buSzPts val="720"/>
              <a:buChar char="●"/>
              <a:defRPr sz="1800"/>
            </a:lvl9pPr>
          </a:lstStyle>
          <a:p/>
        </p:txBody>
      </p:sp>
      <p:sp>
        <p:nvSpPr>
          <p:cNvPr id="45" name="Google Shape;45;p38"/>
          <p:cNvSpPr txBox="1"/>
          <p:nvPr>
            <p:ph idx="2" type="body"/>
          </p:nvPr>
        </p:nvSpPr>
        <p:spPr>
          <a:xfrm>
            <a:off x="4648200" y="1600200"/>
            <a:ext cx="3886200" cy="4419600"/>
          </a:xfrm>
          <a:prstGeom prst="rect">
            <a:avLst/>
          </a:prstGeom>
          <a:noFill/>
          <a:ln>
            <a:noFill/>
          </a:ln>
        </p:spPr>
        <p:txBody>
          <a:bodyPr anchorCtr="0" anchor="t" bIns="45700" lIns="91425" spcFirstLastPara="1" rIns="91425" wrap="square" tIns="45700">
            <a:noAutofit/>
          </a:bodyPr>
          <a:lstStyle>
            <a:lvl1pPr indent="-370840" lvl="0" marL="457200" algn="l">
              <a:spcBef>
                <a:spcPts val="560"/>
              </a:spcBef>
              <a:spcAft>
                <a:spcPts val="0"/>
              </a:spcAft>
              <a:buSzPts val="2240"/>
              <a:buChar char="●"/>
              <a:defRPr sz="2800"/>
            </a:lvl1pPr>
            <a:lvl2pPr indent="-335280" lvl="1" marL="914400" algn="l">
              <a:spcBef>
                <a:spcPts val="480"/>
              </a:spcBef>
              <a:spcAft>
                <a:spcPts val="0"/>
              </a:spcAft>
              <a:buSzPts val="1680"/>
              <a:buChar char="●"/>
              <a:defRPr sz="2400"/>
            </a:lvl2pPr>
            <a:lvl3pPr indent="-311150" lvl="2" marL="1371600" algn="l">
              <a:spcBef>
                <a:spcPts val="400"/>
              </a:spcBef>
              <a:spcAft>
                <a:spcPts val="0"/>
              </a:spcAft>
              <a:buSzPts val="1300"/>
              <a:buChar char="●"/>
              <a:defRPr sz="2000"/>
            </a:lvl3pPr>
            <a:lvl4pPr indent="-297180" lvl="3" marL="1828800" algn="l">
              <a:spcBef>
                <a:spcPts val="360"/>
              </a:spcBef>
              <a:spcAft>
                <a:spcPts val="0"/>
              </a:spcAft>
              <a:buSzPts val="1080"/>
              <a:buChar char="●"/>
              <a:defRPr sz="1800"/>
            </a:lvl4pPr>
            <a:lvl5pPr indent="-274320" lvl="4" marL="2286000" algn="l">
              <a:spcBef>
                <a:spcPts val="360"/>
              </a:spcBef>
              <a:spcAft>
                <a:spcPts val="0"/>
              </a:spcAft>
              <a:buSzPts val="720"/>
              <a:buChar char="●"/>
              <a:defRPr sz="1800"/>
            </a:lvl5pPr>
            <a:lvl6pPr indent="-274320" lvl="5" marL="2743200" algn="l">
              <a:spcBef>
                <a:spcPts val="360"/>
              </a:spcBef>
              <a:spcAft>
                <a:spcPts val="0"/>
              </a:spcAft>
              <a:buSzPts val="720"/>
              <a:buChar char="●"/>
              <a:defRPr sz="1800"/>
            </a:lvl6pPr>
            <a:lvl7pPr indent="-274320" lvl="6" marL="3200400" algn="l">
              <a:spcBef>
                <a:spcPts val="360"/>
              </a:spcBef>
              <a:spcAft>
                <a:spcPts val="0"/>
              </a:spcAft>
              <a:buSzPts val="720"/>
              <a:buChar char="●"/>
              <a:defRPr sz="1800"/>
            </a:lvl7pPr>
            <a:lvl8pPr indent="-274320" lvl="7" marL="3657600" algn="l">
              <a:spcBef>
                <a:spcPts val="360"/>
              </a:spcBef>
              <a:spcAft>
                <a:spcPts val="0"/>
              </a:spcAft>
              <a:buSzPts val="720"/>
              <a:buChar char="●"/>
              <a:defRPr sz="1800"/>
            </a:lvl8pPr>
            <a:lvl9pPr indent="-274320" lvl="8" marL="4114800" algn="l">
              <a:spcBef>
                <a:spcPts val="360"/>
              </a:spcBef>
              <a:spcAft>
                <a:spcPts val="0"/>
              </a:spcAft>
              <a:buSzPts val="720"/>
              <a:buChar char="●"/>
              <a:defRPr sz="1800"/>
            </a:lvl9pPr>
          </a:lstStyle>
          <a:p/>
        </p:txBody>
      </p:sp>
      <p:sp>
        <p:nvSpPr>
          <p:cNvPr id="46" name="Google Shape;46;p38"/>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8"/>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8"/>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920"/>
              <a:buNone/>
              <a:defRPr b="1" sz="2400"/>
            </a:lvl1pPr>
            <a:lvl2pPr indent="-228600" lvl="1" marL="914400" algn="l">
              <a:spcBef>
                <a:spcPts val="400"/>
              </a:spcBef>
              <a:spcAft>
                <a:spcPts val="0"/>
              </a:spcAft>
              <a:buSzPts val="1400"/>
              <a:buNone/>
              <a:defRPr b="1" sz="2000"/>
            </a:lvl2pPr>
            <a:lvl3pPr indent="-228600" lvl="2" marL="1371600" algn="l">
              <a:spcBef>
                <a:spcPts val="360"/>
              </a:spcBef>
              <a:spcAft>
                <a:spcPts val="0"/>
              </a:spcAft>
              <a:buSzPts val="1170"/>
              <a:buNone/>
              <a:defRPr b="1" sz="1800"/>
            </a:lvl3pPr>
            <a:lvl4pPr indent="-228600" lvl="3" marL="1828800" algn="l">
              <a:spcBef>
                <a:spcPts val="320"/>
              </a:spcBef>
              <a:spcAft>
                <a:spcPts val="0"/>
              </a:spcAft>
              <a:buSzPts val="960"/>
              <a:buNone/>
              <a:defRPr b="1" sz="1600"/>
            </a:lvl4pPr>
            <a:lvl5pPr indent="-228600" lvl="4" marL="2286000" algn="l">
              <a:spcBef>
                <a:spcPts val="320"/>
              </a:spcBef>
              <a:spcAft>
                <a:spcPts val="0"/>
              </a:spcAft>
              <a:buSzPts val="640"/>
              <a:buNone/>
              <a:defRPr b="1" sz="1600"/>
            </a:lvl5pPr>
            <a:lvl6pPr indent="-228600" lvl="5" marL="2743200" algn="l">
              <a:spcBef>
                <a:spcPts val="320"/>
              </a:spcBef>
              <a:spcAft>
                <a:spcPts val="0"/>
              </a:spcAft>
              <a:buSzPts val="640"/>
              <a:buNone/>
              <a:defRPr b="1" sz="1600"/>
            </a:lvl6pPr>
            <a:lvl7pPr indent="-228600" lvl="6" marL="3200400" algn="l">
              <a:spcBef>
                <a:spcPts val="320"/>
              </a:spcBef>
              <a:spcAft>
                <a:spcPts val="0"/>
              </a:spcAft>
              <a:buSzPts val="640"/>
              <a:buNone/>
              <a:defRPr b="1" sz="1600"/>
            </a:lvl7pPr>
            <a:lvl8pPr indent="-228600" lvl="7" marL="3657600" algn="l">
              <a:spcBef>
                <a:spcPts val="320"/>
              </a:spcBef>
              <a:spcAft>
                <a:spcPts val="0"/>
              </a:spcAft>
              <a:buSzPts val="640"/>
              <a:buNone/>
              <a:defRPr b="1" sz="1600"/>
            </a:lvl8pPr>
            <a:lvl9pPr indent="-228600" lvl="8" marL="4114800" algn="l">
              <a:spcBef>
                <a:spcPts val="320"/>
              </a:spcBef>
              <a:spcAft>
                <a:spcPts val="0"/>
              </a:spcAft>
              <a:buSzPts val="640"/>
              <a:buNone/>
              <a:defRPr b="1" sz="1600"/>
            </a:lvl9pPr>
          </a:lstStyle>
          <a:p/>
        </p:txBody>
      </p:sp>
      <p:sp>
        <p:nvSpPr>
          <p:cNvPr id="52" name="Google Shape;52;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50520" lvl="0" marL="457200" algn="l">
              <a:spcBef>
                <a:spcPts val="480"/>
              </a:spcBef>
              <a:spcAft>
                <a:spcPts val="0"/>
              </a:spcAft>
              <a:buSzPts val="1920"/>
              <a:buChar char="●"/>
              <a:defRPr sz="2400"/>
            </a:lvl1pPr>
            <a:lvl2pPr indent="-317500" lvl="1" marL="914400" algn="l">
              <a:spcBef>
                <a:spcPts val="400"/>
              </a:spcBef>
              <a:spcAft>
                <a:spcPts val="0"/>
              </a:spcAft>
              <a:buSzPts val="1400"/>
              <a:buChar char="●"/>
              <a:defRPr sz="2000"/>
            </a:lvl2pPr>
            <a:lvl3pPr indent="-302894" lvl="2" marL="1371600" algn="l">
              <a:spcBef>
                <a:spcPts val="360"/>
              </a:spcBef>
              <a:spcAft>
                <a:spcPts val="0"/>
              </a:spcAft>
              <a:buSzPts val="1170"/>
              <a:buChar char="●"/>
              <a:defRPr sz="1800"/>
            </a:lvl3pPr>
            <a:lvl4pPr indent="-289560" lvl="3" marL="1828800" algn="l">
              <a:spcBef>
                <a:spcPts val="320"/>
              </a:spcBef>
              <a:spcAft>
                <a:spcPts val="0"/>
              </a:spcAft>
              <a:buSzPts val="960"/>
              <a:buChar char="●"/>
              <a:defRPr sz="1600"/>
            </a:lvl4pPr>
            <a:lvl5pPr indent="-269239" lvl="4" marL="2286000" algn="l">
              <a:spcBef>
                <a:spcPts val="320"/>
              </a:spcBef>
              <a:spcAft>
                <a:spcPts val="0"/>
              </a:spcAft>
              <a:buSzPts val="640"/>
              <a:buChar char="●"/>
              <a:defRPr sz="1600"/>
            </a:lvl5pPr>
            <a:lvl6pPr indent="-269239" lvl="5" marL="2743200" algn="l">
              <a:spcBef>
                <a:spcPts val="320"/>
              </a:spcBef>
              <a:spcAft>
                <a:spcPts val="0"/>
              </a:spcAft>
              <a:buSzPts val="640"/>
              <a:buChar char="●"/>
              <a:defRPr sz="1600"/>
            </a:lvl6pPr>
            <a:lvl7pPr indent="-269239" lvl="6" marL="3200400" algn="l">
              <a:spcBef>
                <a:spcPts val="320"/>
              </a:spcBef>
              <a:spcAft>
                <a:spcPts val="0"/>
              </a:spcAft>
              <a:buSzPts val="640"/>
              <a:buChar char="●"/>
              <a:defRPr sz="1600"/>
            </a:lvl7pPr>
            <a:lvl8pPr indent="-269240" lvl="7" marL="3657600" algn="l">
              <a:spcBef>
                <a:spcPts val="320"/>
              </a:spcBef>
              <a:spcAft>
                <a:spcPts val="0"/>
              </a:spcAft>
              <a:buSzPts val="640"/>
              <a:buChar char="●"/>
              <a:defRPr sz="1600"/>
            </a:lvl8pPr>
            <a:lvl9pPr indent="-269240" lvl="8" marL="4114800" algn="l">
              <a:spcBef>
                <a:spcPts val="320"/>
              </a:spcBef>
              <a:spcAft>
                <a:spcPts val="0"/>
              </a:spcAft>
              <a:buSzPts val="640"/>
              <a:buChar char="●"/>
              <a:defRPr sz="1600"/>
            </a:lvl9pPr>
          </a:lstStyle>
          <a:p/>
        </p:txBody>
      </p:sp>
      <p:sp>
        <p:nvSpPr>
          <p:cNvPr id="53" name="Google Shape;53;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920"/>
              <a:buNone/>
              <a:defRPr b="1" sz="2400"/>
            </a:lvl1pPr>
            <a:lvl2pPr indent="-228600" lvl="1" marL="914400" algn="l">
              <a:spcBef>
                <a:spcPts val="400"/>
              </a:spcBef>
              <a:spcAft>
                <a:spcPts val="0"/>
              </a:spcAft>
              <a:buSzPts val="1400"/>
              <a:buNone/>
              <a:defRPr b="1" sz="2000"/>
            </a:lvl2pPr>
            <a:lvl3pPr indent="-228600" lvl="2" marL="1371600" algn="l">
              <a:spcBef>
                <a:spcPts val="360"/>
              </a:spcBef>
              <a:spcAft>
                <a:spcPts val="0"/>
              </a:spcAft>
              <a:buSzPts val="1170"/>
              <a:buNone/>
              <a:defRPr b="1" sz="1800"/>
            </a:lvl3pPr>
            <a:lvl4pPr indent="-228600" lvl="3" marL="1828800" algn="l">
              <a:spcBef>
                <a:spcPts val="320"/>
              </a:spcBef>
              <a:spcAft>
                <a:spcPts val="0"/>
              </a:spcAft>
              <a:buSzPts val="960"/>
              <a:buNone/>
              <a:defRPr b="1" sz="1600"/>
            </a:lvl4pPr>
            <a:lvl5pPr indent="-228600" lvl="4" marL="2286000" algn="l">
              <a:spcBef>
                <a:spcPts val="320"/>
              </a:spcBef>
              <a:spcAft>
                <a:spcPts val="0"/>
              </a:spcAft>
              <a:buSzPts val="640"/>
              <a:buNone/>
              <a:defRPr b="1" sz="1600"/>
            </a:lvl5pPr>
            <a:lvl6pPr indent="-228600" lvl="5" marL="2743200" algn="l">
              <a:spcBef>
                <a:spcPts val="320"/>
              </a:spcBef>
              <a:spcAft>
                <a:spcPts val="0"/>
              </a:spcAft>
              <a:buSzPts val="640"/>
              <a:buNone/>
              <a:defRPr b="1" sz="1600"/>
            </a:lvl6pPr>
            <a:lvl7pPr indent="-228600" lvl="6" marL="3200400" algn="l">
              <a:spcBef>
                <a:spcPts val="320"/>
              </a:spcBef>
              <a:spcAft>
                <a:spcPts val="0"/>
              </a:spcAft>
              <a:buSzPts val="640"/>
              <a:buNone/>
              <a:defRPr b="1" sz="1600"/>
            </a:lvl7pPr>
            <a:lvl8pPr indent="-228600" lvl="7" marL="3657600" algn="l">
              <a:spcBef>
                <a:spcPts val="320"/>
              </a:spcBef>
              <a:spcAft>
                <a:spcPts val="0"/>
              </a:spcAft>
              <a:buSzPts val="640"/>
              <a:buNone/>
              <a:defRPr b="1" sz="1600"/>
            </a:lvl8pPr>
            <a:lvl9pPr indent="-228600" lvl="8" marL="4114800" algn="l">
              <a:spcBef>
                <a:spcPts val="320"/>
              </a:spcBef>
              <a:spcAft>
                <a:spcPts val="0"/>
              </a:spcAft>
              <a:buSzPts val="640"/>
              <a:buNone/>
              <a:defRPr b="1" sz="1600"/>
            </a:lvl9pPr>
          </a:lstStyle>
          <a:p/>
        </p:txBody>
      </p:sp>
      <p:sp>
        <p:nvSpPr>
          <p:cNvPr id="54" name="Google Shape;54;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50520" lvl="0" marL="457200" algn="l">
              <a:spcBef>
                <a:spcPts val="480"/>
              </a:spcBef>
              <a:spcAft>
                <a:spcPts val="0"/>
              </a:spcAft>
              <a:buSzPts val="1920"/>
              <a:buChar char="●"/>
              <a:defRPr sz="2400"/>
            </a:lvl1pPr>
            <a:lvl2pPr indent="-317500" lvl="1" marL="914400" algn="l">
              <a:spcBef>
                <a:spcPts val="400"/>
              </a:spcBef>
              <a:spcAft>
                <a:spcPts val="0"/>
              </a:spcAft>
              <a:buSzPts val="1400"/>
              <a:buChar char="●"/>
              <a:defRPr sz="2000"/>
            </a:lvl2pPr>
            <a:lvl3pPr indent="-302894" lvl="2" marL="1371600" algn="l">
              <a:spcBef>
                <a:spcPts val="360"/>
              </a:spcBef>
              <a:spcAft>
                <a:spcPts val="0"/>
              </a:spcAft>
              <a:buSzPts val="1170"/>
              <a:buChar char="●"/>
              <a:defRPr sz="1800"/>
            </a:lvl3pPr>
            <a:lvl4pPr indent="-289560" lvl="3" marL="1828800" algn="l">
              <a:spcBef>
                <a:spcPts val="320"/>
              </a:spcBef>
              <a:spcAft>
                <a:spcPts val="0"/>
              </a:spcAft>
              <a:buSzPts val="960"/>
              <a:buChar char="●"/>
              <a:defRPr sz="1600"/>
            </a:lvl4pPr>
            <a:lvl5pPr indent="-269239" lvl="4" marL="2286000" algn="l">
              <a:spcBef>
                <a:spcPts val="320"/>
              </a:spcBef>
              <a:spcAft>
                <a:spcPts val="0"/>
              </a:spcAft>
              <a:buSzPts val="640"/>
              <a:buChar char="●"/>
              <a:defRPr sz="1600"/>
            </a:lvl5pPr>
            <a:lvl6pPr indent="-269239" lvl="5" marL="2743200" algn="l">
              <a:spcBef>
                <a:spcPts val="320"/>
              </a:spcBef>
              <a:spcAft>
                <a:spcPts val="0"/>
              </a:spcAft>
              <a:buSzPts val="640"/>
              <a:buChar char="●"/>
              <a:defRPr sz="1600"/>
            </a:lvl6pPr>
            <a:lvl7pPr indent="-269239" lvl="6" marL="3200400" algn="l">
              <a:spcBef>
                <a:spcPts val="320"/>
              </a:spcBef>
              <a:spcAft>
                <a:spcPts val="0"/>
              </a:spcAft>
              <a:buSzPts val="640"/>
              <a:buChar char="●"/>
              <a:defRPr sz="1600"/>
            </a:lvl7pPr>
            <a:lvl8pPr indent="-269240" lvl="7" marL="3657600" algn="l">
              <a:spcBef>
                <a:spcPts val="320"/>
              </a:spcBef>
              <a:spcAft>
                <a:spcPts val="0"/>
              </a:spcAft>
              <a:buSzPts val="640"/>
              <a:buChar char="●"/>
              <a:defRPr sz="1600"/>
            </a:lvl8pPr>
            <a:lvl9pPr indent="-269240" lvl="8" marL="4114800" algn="l">
              <a:spcBef>
                <a:spcPts val="320"/>
              </a:spcBef>
              <a:spcAft>
                <a:spcPts val="0"/>
              </a:spcAft>
              <a:buSzPts val="640"/>
              <a:buChar char="●"/>
              <a:defRPr sz="1600"/>
            </a:lvl9pPr>
          </a:lstStyle>
          <a:p/>
        </p:txBody>
      </p:sp>
      <p:sp>
        <p:nvSpPr>
          <p:cNvPr id="55" name="Google Shape;55;p39"/>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9"/>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9"/>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40"/>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0"/>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0"/>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0"/>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sp>
        <p:nvSpPr>
          <p:cNvPr id="64" name="Google Shape;64;p41"/>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1"/>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1"/>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4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91160" lvl="0" marL="457200" algn="l">
              <a:spcBef>
                <a:spcPts val="640"/>
              </a:spcBef>
              <a:spcAft>
                <a:spcPts val="0"/>
              </a:spcAft>
              <a:buSzPts val="2560"/>
              <a:buChar char="●"/>
              <a:defRPr sz="3200"/>
            </a:lvl1pPr>
            <a:lvl2pPr indent="-353060" lvl="1" marL="914400" algn="l">
              <a:spcBef>
                <a:spcPts val="560"/>
              </a:spcBef>
              <a:spcAft>
                <a:spcPts val="0"/>
              </a:spcAft>
              <a:buSzPts val="1960"/>
              <a:buChar char="●"/>
              <a:defRPr sz="2800"/>
            </a:lvl2pPr>
            <a:lvl3pPr indent="-327660" lvl="2" marL="1371600" algn="l">
              <a:spcBef>
                <a:spcPts val="480"/>
              </a:spcBef>
              <a:spcAft>
                <a:spcPts val="0"/>
              </a:spcAft>
              <a:buSzPts val="1560"/>
              <a:buChar char="●"/>
              <a:defRPr sz="2400"/>
            </a:lvl3pPr>
            <a:lvl4pPr indent="-304800" lvl="3" marL="1828800" algn="l">
              <a:spcBef>
                <a:spcPts val="400"/>
              </a:spcBef>
              <a:spcAft>
                <a:spcPts val="0"/>
              </a:spcAft>
              <a:buSzPts val="1200"/>
              <a:buChar char="●"/>
              <a:defRPr sz="2000"/>
            </a:lvl4pPr>
            <a:lvl5pPr indent="-279400" lvl="4" marL="2286000" algn="l">
              <a:spcBef>
                <a:spcPts val="400"/>
              </a:spcBef>
              <a:spcAft>
                <a:spcPts val="0"/>
              </a:spcAft>
              <a:buSzPts val="800"/>
              <a:buChar char="●"/>
              <a:defRPr sz="2000"/>
            </a:lvl5pPr>
            <a:lvl6pPr indent="-279400" lvl="5" marL="2743200" algn="l">
              <a:spcBef>
                <a:spcPts val="400"/>
              </a:spcBef>
              <a:spcAft>
                <a:spcPts val="0"/>
              </a:spcAft>
              <a:buSzPts val="800"/>
              <a:buChar char="●"/>
              <a:defRPr sz="2000"/>
            </a:lvl6pPr>
            <a:lvl7pPr indent="-279400" lvl="6" marL="3200400" algn="l">
              <a:spcBef>
                <a:spcPts val="400"/>
              </a:spcBef>
              <a:spcAft>
                <a:spcPts val="0"/>
              </a:spcAft>
              <a:buSzPts val="800"/>
              <a:buChar char="●"/>
              <a:defRPr sz="2000"/>
            </a:lvl7pPr>
            <a:lvl8pPr indent="-279400" lvl="7" marL="3657600" algn="l">
              <a:spcBef>
                <a:spcPts val="400"/>
              </a:spcBef>
              <a:spcAft>
                <a:spcPts val="0"/>
              </a:spcAft>
              <a:buSzPts val="800"/>
              <a:buChar char="●"/>
              <a:defRPr sz="2000"/>
            </a:lvl8pPr>
            <a:lvl9pPr indent="-279400" lvl="8" marL="4114800" algn="l">
              <a:spcBef>
                <a:spcPts val="400"/>
              </a:spcBef>
              <a:spcAft>
                <a:spcPts val="0"/>
              </a:spcAft>
              <a:buSzPts val="800"/>
              <a:buChar char="●"/>
              <a:defRPr sz="2000"/>
            </a:lvl9pPr>
          </a:lstStyle>
          <a:p/>
        </p:txBody>
      </p:sp>
      <p:sp>
        <p:nvSpPr>
          <p:cNvPr id="70" name="Google Shape;70;p4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120"/>
              <a:buNone/>
              <a:defRPr sz="1400"/>
            </a:lvl1pPr>
            <a:lvl2pPr indent="-228600" lvl="1" marL="914400" algn="l">
              <a:spcBef>
                <a:spcPts val="240"/>
              </a:spcBef>
              <a:spcAft>
                <a:spcPts val="0"/>
              </a:spcAft>
              <a:buSzPts val="840"/>
              <a:buNone/>
              <a:defRPr sz="1200"/>
            </a:lvl2pPr>
            <a:lvl3pPr indent="-228600" lvl="2" marL="1371600" algn="l">
              <a:spcBef>
                <a:spcPts val="200"/>
              </a:spcBef>
              <a:spcAft>
                <a:spcPts val="0"/>
              </a:spcAft>
              <a:buSzPts val="65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360"/>
              <a:buNone/>
              <a:defRPr sz="900"/>
            </a:lvl5pPr>
            <a:lvl6pPr indent="-228600" lvl="5" marL="2743200" algn="l">
              <a:spcBef>
                <a:spcPts val="180"/>
              </a:spcBef>
              <a:spcAft>
                <a:spcPts val="0"/>
              </a:spcAft>
              <a:buSzPts val="360"/>
              <a:buNone/>
              <a:defRPr sz="900"/>
            </a:lvl6pPr>
            <a:lvl7pPr indent="-228600" lvl="6" marL="3200400" algn="l">
              <a:spcBef>
                <a:spcPts val="180"/>
              </a:spcBef>
              <a:spcAft>
                <a:spcPts val="0"/>
              </a:spcAft>
              <a:buSzPts val="360"/>
              <a:buNone/>
              <a:defRPr sz="900"/>
            </a:lvl7pPr>
            <a:lvl8pPr indent="-228600" lvl="7" marL="3657600" algn="l">
              <a:spcBef>
                <a:spcPts val="180"/>
              </a:spcBef>
              <a:spcAft>
                <a:spcPts val="0"/>
              </a:spcAft>
              <a:buSzPts val="360"/>
              <a:buNone/>
              <a:defRPr sz="900"/>
            </a:lvl8pPr>
            <a:lvl9pPr indent="-228600" lvl="8" marL="4114800" algn="l">
              <a:spcBef>
                <a:spcPts val="180"/>
              </a:spcBef>
              <a:spcAft>
                <a:spcPts val="0"/>
              </a:spcAft>
              <a:buSzPts val="360"/>
              <a:buNone/>
              <a:defRPr sz="900"/>
            </a:lvl9pPr>
          </a:lstStyle>
          <a:p/>
        </p:txBody>
      </p:sp>
      <p:sp>
        <p:nvSpPr>
          <p:cNvPr id="71" name="Google Shape;71;p42"/>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2"/>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2"/>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4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3"/>
          <p:cNvSpPr/>
          <p:nvPr>
            <p:ph idx="2" type="pic"/>
          </p:nvPr>
        </p:nvSpPr>
        <p:spPr>
          <a:xfrm>
            <a:off x="1792288" y="612775"/>
            <a:ext cx="5486400" cy="4114800"/>
          </a:xfrm>
          <a:prstGeom prst="rect">
            <a:avLst/>
          </a:prstGeom>
          <a:noFill/>
          <a:ln>
            <a:noFill/>
          </a:ln>
        </p:spPr>
      </p:sp>
      <p:sp>
        <p:nvSpPr>
          <p:cNvPr id="77" name="Google Shape;77;p4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120"/>
              <a:buNone/>
              <a:defRPr sz="1400"/>
            </a:lvl1pPr>
            <a:lvl2pPr indent="-228600" lvl="1" marL="914400" algn="l">
              <a:spcBef>
                <a:spcPts val="240"/>
              </a:spcBef>
              <a:spcAft>
                <a:spcPts val="0"/>
              </a:spcAft>
              <a:buSzPts val="840"/>
              <a:buNone/>
              <a:defRPr sz="1200"/>
            </a:lvl2pPr>
            <a:lvl3pPr indent="-228600" lvl="2" marL="1371600" algn="l">
              <a:spcBef>
                <a:spcPts val="200"/>
              </a:spcBef>
              <a:spcAft>
                <a:spcPts val="0"/>
              </a:spcAft>
              <a:buSzPts val="65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360"/>
              <a:buNone/>
              <a:defRPr sz="900"/>
            </a:lvl5pPr>
            <a:lvl6pPr indent="-228600" lvl="5" marL="2743200" algn="l">
              <a:spcBef>
                <a:spcPts val="180"/>
              </a:spcBef>
              <a:spcAft>
                <a:spcPts val="0"/>
              </a:spcAft>
              <a:buSzPts val="360"/>
              <a:buNone/>
              <a:defRPr sz="900"/>
            </a:lvl6pPr>
            <a:lvl7pPr indent="-228600" lvl="6" marL="3200400" algn="l">
              <a:spcBef>
                <a:spcPts val="180"/>
              </a:spcBef>
              <a:spcAft>
                <a:spcPts val="0"/>
              </a:spcAft>
              <a:buSzPts val="360"/>
              <a:buNone/>
              <a:defRPr sz="900"/>
            </a:lvl7pPr>
            <a:lvl8pPr indent="-228600" lvl="7" marL="3657600" algn="l">
              <a:spcBef>
                <a:spcPts val="180"/>
              </a:spcBef>
              <a:spcAft>
                <a:spcPts val="0"/>
              </a:spcAft>
              <a:buSzPts val="360"/>
              <a:buNone/>
              <a:defRPr sz="900"/>
            </a:lvl8pPr>
            <a:lvl9pPr indent="-228600" lvl="8" marL="4114800" algn="l">
              <a:spcBef>
                <a:spcPts val="180"/>
              </a:spcBef>
              <a:spcAft>
                <a:spcPts val="0"/>
              </a:spcAft>
              <a:buSzPts val="360"/>
              <a:buNone/>
              <a:defRPr sz="900"/>
            </a:lvl9pPr>
          </a:lstStyle>
          <a:p/>
        </p:txBody>
      </p:sp>
      <p:sp>
        <p:nvSpPr>
          <p:cNvPr id="78" name="Google Shape;78;p43"/>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3"/>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3"/>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44"/>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4"/>
          <p:cNvSpPr txBox="1"/>
          <p:nvPr>
            <p:ph idx="1" type="body"/>
          </p:nvPr>
        </p:nvSpPr>
        <p:spPr>
          <a:xfrm rot="5400000">
            <a:off x="2362200" y="-152400"/>
            <a:ext cx="4419600" cy="79248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08610" lvl="1" marL="914400" algn="l">
              <a:spcBef>
                <a:spcPts val="360"/>
              </a:spcBef>
              <a:spcAft>
                <a:spcPts val="0"/>
              </a:spcAft>
              <a:buSzPts val="1260"/>
              <a:buChar char="●"/>
              <a:defRPr/>
            </a:lvl2pPr>
            <a:lvl3pPr indent="-302894" lvl="2" marL="1371600" algn="l">
              <a:spcBef>
                <a:spcPts val="360"/>
              </a:spcBef>
              <a:spcAft>
                <a:spcPts val="0"/>
              </a:spcAft>
              <a:buSzPts val="1170"/>
              <a:buChar char="●"/>
              <a:defRPr/>
            </a:lvl3pPr>
            <a:lvl4pPr indent="-297180" lvl="3" marL="1828800" algn="l">
              <a:spcBef>
                <a:spcPts val="360"/>
              </a:spcBef>
              <a:spcAft>
                <a:spcPts val="0"/>
              </a:spcAft>
              <a:buSzPts val="1080"/>
              <a:buChar char="●"/>
              <a:defRPr/>
            </a:lvl4pPr>
            <a:lvl5pPr indent="-274320" lvl="4" marL="2286000" algn="l">
              <a:spcBef>
                <a:spcPts val="360"/>
              </a:spcBef>
              <a:spcAft>
                <a:spcPts val="0"/>
              </a:spcAft>
              <a:buSzPts val="720"/>
              <a:buChar char="●"/>
              <a:defRPr/>
            </a:lvl5pPr>
            <a:lvl6pPr indent="-274320" lvl="5" marL="2743200" algn="l">
              <a:spcBef>
                <a:spcPts val="360"/>
              </a:spcBef>
              <a:spcAft>
                <a:spcPts val="0"/>
              </a:spcAft>
              <a:buSzPts val="720"/>
              <a:buChar char="●"/>
              <a:defRPr/>
            </a:lvl6pPr>
            <a:lvl7pPr indent="-274320" lvl="6" marL="3200400" algn="l">
              <a:spcBef>
                <a:spcPts val="360"/>
              </a:spcBef>
              <a:spcAft>
                <a:spcPts val="0"/>
              </a:spcAft>
              <a:buSzPts val="720"/>
              <a:buChar char="●"/>
              <a:defRPr/>
            </a:lvl7pPr>
            <a:lvl8pPr indent="-274320" lvl="7" marL="3657600" algn="l">
              <a:spcBef>
                <a:spcPts val="360"/>
              </a:spcBef>
              <a:spcAft>
                <a:spcPts val="0"/>
              </a:spcAft>
              <a:buSzPts val="720"/>
              <a:buChar char="●"/>
              <a:defRPr/>
            </a:lvl8pPr>
            <a:lvl9pPr indent="-274320" lvl="8" marL="4114800" algn="l">
              <a:spcBef>
                <a:spcPts val="360"/>
              </a:spcBef>
              <a:spcAft>
                <a:spcPts val="0"/>
              </a:spcAft>
              <a:buSzPts val="720"/>
              <a:buChar char="●"/>
              <a:defRPr/>
            </a:lvl9pPr>
          </a:lstStyle>
          <a:p/>
        </p:txBody>
      </p:sp>
      <p:sp>
        <p:nvSpPr>
          <p:cNvPr id="84" name="Google Shape;84;p44"/>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4"/>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4"/>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45"/>
          <p:cNvSpPr txBox="1"/>
          <p:nvPr>
            <p:ph type="title"/>
          </p:nvPr>
        </p:nvSpPr>
        <p:spPr>
          <a:xfrm rot="5400000">
            <a:off x="4596607" y="2082007"/>
            <a:ext cx="5791200" cy="208438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5"/>
          <p:cNvSpPr txBox="1"/>
          <p:nvPr>
            <p:ph idx="1" type="body"/>
          </p:nvPr>
        </p:nvSpPr>
        <p:spPr>
          <a:xfrm rot="5400000">
            <a:off x="350838" y="73025"/>
            <a:ext cx="5791200" cy="610235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08610" lvl="1" marL="914400" algn="l">
              <a:spcBef>
                <a:spcPts val="360"/>
              </a:spcBef>
              <a:spcAft>
                <a:spcPts val="0"/>
              </a:spcAft>
              <a:buSzPts val="1260"/>
              <a:buChar char="●"/>
              <a:defRPr/>
            </a:lvl2pPr>
            <a:lvl3pPr indent="-302894" lvl="2" marL="1371600" algn="l">
              <a:spcBef>
                <a:spcPts val="360"/>
              </a:spcBef>
              <a:spcAft>
                <a:spcPts val="0"/>
              </a:spcAft>
              <a:buSzPts val="1170"/>
              <a:buChar char="●"/>
              <a:defRPr/>
            </a:lvl3pPr>
            <a:lvl4pPr indent="-297180" lvl="3" marL="1828800" algn="l">
              <a:spcBef>
                <a:spcPts val="360"/>
              </a:spcBef>
              <a:spcAft>
                <a:spcPts val="0"/>
              </a:spcAft>
              <a:buSzPts val="1080"/>
              <a:buChar char="●"/>
              <a:defRPr/>
            </a:lvl4pPr>
            <a:lvl5pPr indent="-274320" lvl="4" marL="2286000" algn="l">
              <a:spcBef>
                <a:spcPts val="360"/>
              </a:spcBef>
              <a:spcAft>
                <a:spcPts val="0"/>
              </a:spcAft>
              <a:buSzPts val="720"/>
              <a:buChar char="●"/>
              <a:defRPr/>
            </a:lvl5pPr>
            <a:lvl6pPr indent="-274320" lvl="5" marL="2743200" algn="l">
              <a:spcBef>
                <a:spcPts val="360"/>
              </a:spcBef>
              <a:spcAft>
                <a:spcPts val="0"/>
              </a:spcAft>
              <a:buSzPts val="720"/>
              <a:buChar char="●"/>
              <a:defRPr/>
            </a:lvl6pPr>
            <a:lvl7pPr indent="-274320" lvl="6" marL="3200400" algn="l">
              <a:spcBef>
                <a:spcPts val="360"/>
              </a:spcBef>
              <a:spcAft>
                <a:spcPts val="0"/>
              </a:spcAft>
              <a:buSzPts val="720"/>
              <a:buChar char="●"/>
              <a:defRPr/>
            </a:lvl7pPr>
            <a:lvl8pPr indent="-274320" lvl="7" marL="3657600" algn="l">
              <a:spcBef>
                <a:spcPts val="360"/>
              </a:spcBef>
              <a:spcAft>
                <a:spcPts val="0"/>
              </a:spcAft>
              <a:buSzPts val="720"/>
              <a:buChar char="●"/>
              <a:defRPr/>
            </a:lvl8pPr>
            <a:lvl9pPr indent="-274320" lvl="8" marL="4114800" algn="l">
              <a:spcBef>
                <a:spcPts val="360"/>
              </a:spcBef>
              <a:spcAft>
                <a:spcPts val="0"/>
              </a:spcAft>
              <a:buSzPts val="720"/>
              <a:buChar char="●"/>
              <a:defRPr/>
            </a:lvl9pPr>
          </a:lstStyle>
          <a:p/>
        </p:txBody>
      </p:sp>
      <p:sp>
        <p:nvSpPr>
          <p:cNvPr id="90" name="Google Shape;90;p45"/>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5"/>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5"/>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34"/>
          <p:cNvGrpSpPr/>
          <p:nvPr/>
        </p:nvGrpSpPr>
        <p:grpSpPr>
          <a:xfrm>
            <a:off x="0" y="152400"/>
            <a:ext cx="8686800" cy="6096000"/>
            <a:chOff x="0" y="96"/>
            <a:chExt cx="5472" cy="3840"/>
          </a:xfrm>
        </p:grpSpPr>
        <p:sp>
          <p:nvSpPr>
            <p:cNvPr id="11" name="Google Shape;11;p34"/>
            <p:cNvSpPr/>
            <p:nvPr/>
          </p:nvSpPr>
          <p:spPr>
            <a:xfrm>
              <a:off x="240" y="336"/>
              <a:ext cx="5232" cy="3600"/>
            </a:xfrm>
            <a:prstGeom prst="roundRect">
              <a:avLst>
                <a:gd fmla="val 13727" name="adj"/>
              </a:avLst>
            </a:prstGeom>
            <a:noFill/>
            <a:ln cap="flat" cmpd="sng" w="508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2" name="Google Shape;12;p34"/>
            <p:cNvSpPr/>
            <p:nvPr/>
          </p:nvSpPr>
          <p:spPr>
            <a:xfrm>
              <a:off x="0" y="96"/>
              <a:ext cx="5376" cy="768"/>
            </a:xfrm>
            <a:custGeom>
              <a:rect b="b" l="l" r="r" t="t"/>
              <a:pathLst>
                <a:path extrusionOk="0" h="1000" w="7000">
                  <a:moveTo>
                    <a:pt x="0" y="0"/>
                  </a:moveTo>
                  <a:lnTo>
                    <a:pt x="6499" y="0"/>
                  </a:lnTo>
                  <a:cubicBezTo>
                    <a:pt x="6776" y="0"/>
                    <a:pt x="7000" y="223"/>
                    <a:pt x="7000" y="500"/>
                  </a:cubicBezTo>
                  <a:cubicBezTo>
                    <a:pt x="7000" y="776"/>
                    <a:pt x="6776" y="999"/>
                    <a:pt x="6500" y="1000"/>
                  </a:cubicBezTo>
                  <a:lnTo>
                    <a:pt x="0" y="1000"/>
                  </a:lnTo>
                  <a:lnTo>
                    <a:pt x="0"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3" name="Google Shape;13;p34"/>
            <p:cNvCxnSpPr/>
            <p:nvPr/>
          </p:nvCxnSpPr>
          <p:spPr>
            <a:xfrm>
              <a:off x="0" y="768"/>
              <a:ext cx="5088" cy="0"/>
            </a:xfrm>
            <a:prstGeom prst="straightConnector1">
              <a:avLst/>
            </a:prstGeom>
            <a:noFill/>
            <a:ln cap="flat" cmpd="sng" w="38100">
              <a:solidFill>
                <a:schemeClr val="lt1"/>
              </a:solidFill>
              <a:prstDash val="solid"/>
              <a:round/>
              <a:headEnd len="med" w="med" type="none"/>
              <a:tailEnd len="med" w="med" type="none"/>
            </a:ln>
          </p:spPr>
        </p:cxnSp>
      </p:grpSp>
      <p:sp>
        <p:nvSpPr>
          <p:cNvPr id="14" name="Google Shape;14;p34"/>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2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42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0" i="0" sz="42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0" i="0" sz="42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0" i="0" sz="42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0" i="0" sz="42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0" i="0" sz="42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0" i="0" sz="42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0" i="0" sz="4200" u="none" cap="none" strike="noStrike">
                <a:solidFill>
                  <a:schemeClr val="dk2"/>
                </a:solidFill>
                <a:latin typeface="Arial"/>
                <a:ea typeface="Arial"/>
                <a:cs typeface="Arial"/>
                <a:sym typeface="Arial"/>
              </a:defRPr>
            </a:lvl9pPr>
          </a:lstStyle>
          <a:p/>
        </p:txBody>
      </p:sp>
      <p:sp>
        <p:nvSpPr>
          <p:cNvPr id="15" name="Google Shape;15;p34"/>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Autofit/>
          </a:bodyPr>
          <a:lstStyle>
            <a:lvl1pPr indent="-391160" lvl="0" marL="457200" marR="0" rtl="0" algn="l">
              <a:spcBef>
                <a:spcPts val="640"/>
              </a:spcBef>
              <a:spcAft>
                <a:spcPts val="0"/>
              </a:spcAft>
              <a:buClr>
                <a:schemeClr val="hlink"/>
              </a:buClr>
              <a:buSzPts val="2560"/>
              <a:buFont typeface="Noto Sans Symbols"/>
              <a:buChar char="●"/>
              <a:defRPr b="0" i="0" sz="3200" u="none" cap="none" strike="noStrike">
                <a:solidFill>
                  <a:schemeClr val="dk1"/>
                </a:solidFill>
                <a:latin typeface="Arial"/>
                <a:ea typeface="Arial"/>
                <a:cs typeface="Arial"/>
                <a:sym typeface="Arial"/>
              </a:defRPr>
            </a:lvl1pPr>
            <a:lvl2pPr indent="-353060" lvl="1" marL="914400" marR="0" rtl="0" algn="l">
              <a:spcBef>
                <a:spcPts val="560"/>
              </a:spcBef>
              <a:spcAft>
                <a:spcPts val="0"/>
              </a:spcAft>
              <a:buClr>
                <a:schemeClr val="accent1"/>
              </a:buClr>
              <a:buSzPts val="1960"/>
              <a:buFont typeface="Noto Sans Symbols"/>
              <a:buChar char="●"/>
              <a:defRPr b="0" i="0" sz="2800" u="none" cap="none" strike="noStrike">
                <a:solidFill>
                  <a:schemeClr val="dk1"/>
                </a:solidFill>
                <a:latin typeface="Arial"/>
                <a:ea typeface="Arial"/>
                <a:cs typeface="Arial"/>
                <a:sym typeface="Arial"/>
              </a:defRPr>
            </a:lvl2pPr>
            <a:lvl3pPr indent="-327660" lvl="2" marL="1371600" marR="0" rtl="0" algn="l">
              <a:spcBef>
                <a:spcPts val="480"/>
              </a:spcBef>
              <a:spcAft>
                <a:spcPts val="0"/>
              </a:spcAft>
              <a:buClr>
                <a:schemeClr val="lt2"/>
              </a:buClr>
              <a:buSzPts val="1560"/>
              <a:buFont typeface="Noto Sans Symbols"/>
              <a:buChar char="●"/>
              <a:defRPr b="0" i="0" sz="2400" u="none" cap="none" strike="noStrike">
                <a:solidFill>
                  <a:schemeClr val="dk1"/>
                </a:solidFill>
                <a:latin typeface="Arial"/>
                <a:ea typeface="Arial"/>
                <a:cs typeface="Arial"/>
                <a:sym typeface="Arial"/>
              </a:defRPr>
            </a:lvl3pPr>
            <a:lvl4pPr indent="-304800" lvl="3" marL="18288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Arial"/>
                <a:ea typeface="Arial"/>
                <a:cs typeface="Arial"/>
                <a:sym typeface="Arial"/>
              </a:defRPr>
            </a:lvl4pPr>
            <a:lvl5pPr indent="-279400" lvl="4" marL="2286000" marR="0" rtl="0" algn="l">
              <a:spcBef>
                <a:spcPts val="400"/>
              </a:spcBef>
              <a:spcAft>
                <a:spcPts val="0"/>
              </a:spcAft>
              <a:buClr>
                <a:schemeClr val="lt2"/>
              </a:buClr>
              <a:buSzPts val="800"/>
              <a:buFont typeface="Noto Sans Symbols"/>
              <a:buChar char="●"/>
              <a:defRPr b="0" i="0" sz="2000" u="none" cap="none" strike="noStrike">
                <a:solidFill>
                  <a:schemeClr val="dk1"/>
                </a:solidFill>
                <a:latin typeface="Arial"/>
                <a:ea typeface="Arial"/>
                <a:cs typeface="Arial"/>
                <a:sym typeface="Arial"/>
              </a:defRPr>
            </a:lvl5pPr>
            <a:lvl6pPr indent="-279400" lvl="5" marL="2743200" marR="0" rtl="0" algn="l">
              <a:spcBef>
                <a:spcPts val="400"/>
              </a:spcBef>
              <a:spcAft>
                <a:spcPts val="0"/>
              </a:spcAft>
              <a:buClr>
                <a:schemeClr val="lt2"/>
              </a:buClr>
              <a:buSzPts val="800"/>
              <a:buFont typeface="Noto Sans Symbols"/>
              <a:buChar char="●"/>
              <a:defRPr b="0" i="0" sz="2000" u="none" cap="none" strike="noStrike">
                <a:solidFill>
                  <a:schemeClr val="dk1"/>
                </a:solidFill>
                <a:latin typeface="Arial"/>
                <a:ea typeface="Arial"/>
                <a:cs typeface="Arial"/>
                <a:sym typeface="Arial"/>
              </a:defRPr>
            </a:lvl6pPr>
            <a:lvl7pPr indent="-279400" lvl="6" marL="3200400" marR="0" rtl="0" algn="l">
              <a:spcBef>
                <a:spcPts val="400"/>
              </a:spcBef>
              <a:spcAft>
                <a:spcPts val="0"/>
              </a:spcAft>
              <a:buClr>
                <a:schemeClr val="lt2"/>
              </a:buClr>
              <a:buSzPts val="800"/>
              <a:buFont typeface="Noto Sans Symbols"/>
              <a:buChar char="●"/>
              <a:defRPr b="0" i="0" sz="2000" u="none" cap="none" strike="noStrike">
                <a:solidFill>
                  <a:schemeClr val="dk1"/>
                </a:solidFill>
                <a:latin typeface="Arial"/>
                <a:ea typeface="Arial"/>
                <a:cs typeface="Arial"/>
                <a:sym typeface="Arial"/>
              </a:defRPr>
            </a:lvl7pPr>
            <a:lvl8pPr indent="-279400" lvl="7" marL="3657600" marR="0" rtl="0" algn="l">
              <a:spcBef>
                <a:spcPts val="400"/>
              </a:spcBef>
              <a:spcAft>
                <a:spcPts val="0"/>
              </a:spcAft>
              <a:buClr>
                <a:schemeClr val="lt2"/>
              </a:buClr>
              <a:buSzPts val="800"/>
              <a:buFont typeface="Noto Sans Symbols"/>
              <a:buChar char="●"/>
              <a:defRPr b="0" i="0" sz="2000" u="none" cap="none" strike="noStrike">
                <a:solidFill>
                  <a:schemeClr val="dk1"/>
                </a:solidFill>
                <a:latin typeface="Arial"/>
                <a:ea typeface="Arial"/>
                <a:cs typeface="Arial"/>
                <a:sym typeface="Arial"/>
              </a:defRPr>
            </a:lvl8pPr>
            <a:lvl9pPr indent="-279400" lvl="8" marL="4114800" marR="0" rtl="0" algn="l">
              <a:spcBef>
                <a:spcPts val="400"/>
              </a:spcBef>
              <a:spcAft>
                <a:spcPts val="0"/>
              </a:spcAft>
              <a:buClr>
                <a:schemeClr val="lt2"/>
              </a:buClr>
              <a:buSzPts val="800"/>
              <a:buFont typeface="Noto Sans Symbols"/>
              <a:buChar char="●"/>
              <a:defRPr b="0" i="0" sz="2000" u="none" cap="none" strike="noStrike">
                <a:solidFill>
                  <a:schemeClr val="dk1"/>
                </a:solidFill>
                <a:latin typeface="Arial"/>
                <a:ea typeface="Arial"/>
                <a:cs typeface="Arial"/>
                <a:sym typeface="Arial"/>
              </a:defRPr>
            </a:lvl9pPr>
          </a:lstStyle>
          <a:p/>
        </p:txBody>
      </p:sp>
      <p:sp>
        <p:nvSpPr>
          <p:cNvPr id="16" name="Google Shape;16;p34"/>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2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 name="Google Shape;17;p34"/>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sz="12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 name="Google Shape;18;p34"/>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spcAft>
                <a:spcPts val="0"/>
              </a:spcAft>
              <a:buNone/>
              <a:defRPr b="0" sz="1200" u="none">
                <a:solidFill>
                  <a:schemeClr val="dk1"/>
                </a:solidFill>
                <a:latin typeface="Arial Black"/>
                <a:ea typeface="Arial Black"/>
                <a:cs typeface="Arial Black"/>
                <a:sym typeface="Arial Black"/>
              </a:defRPr>
            </a:lvl1pPr>
            <a:lvl2pPr indent="0" lvl="1" marL="0" marR="0" rtl="0" algn="r">
              <a:spcBef>
                <a:spcPts val="0"/>
              </a:spcBef>
              <a:spcAft>
                <a:spcPts val="0"/>
              </a:spcAft>
              <a:buNone/>
              <a:defRPr b="0" sz="1200" u="none">
                <a:solidFill>
                  <a:schemeClr val="dk1"/>
                </a:solidFill>
                <a:latin typeface="Arial Black"/>
                <a:ea typeface="Arial Black"/>
                <a:cs typeface="Arial Black"/>
                <a:sym typeface="Arial Black"/>
              </a:defRPr>
            </a:lvl2pPr>
            <a:lvl3pPr indent="0" lvl="2" marL="0" marR="0" rtl="0" algn="r">
              <a:spcBef>
                <a:spcPts val="0"/>
              </a:spcBef>
              <a:spcAft>
                <a:spcPts val="0"/>
              </a:spcAft>
              <a:buNone/>
              <a:defRPr b="0" sz="1200" u="none">
                <a:solidFill>
                  <a:schemeClr val="dk1"/>
                </a:solidFill>
                <a:latin typeface="Arial Black"/>
                <a:ea typeface="Arial Black"/>
                <a:cs typeface="Arial Black"/>
                <a:sym typeface="Arial Black"/>
              </a:defRPr>
            </a:lvl3pPr>
            <a:lvl4pPr indent="0" lvl="3" marL="0" marR="0" rtl="0" algn="r">
              <a:spcBef>
                <a:spcPts val="0"/>
              </a:spcBef>
              <a:spcAft>
                <a:spcPts val="0"/>
              </a:spcAft>
              <a:buNone/>
              <a:defRPr b="0" sz="1200" u="none">
                <a:solidFill>
                  <a:schemeClr val="dk1"/>
                </a:solidFill>
                <a:latin typeface="Arial Black"/>
                <a:ea typeface="Arial Black"/>
                <a:cs typeface="Arial Black"/>
                <a:sym typeface="Arial Black"/>
              </a:defRPr>
            </a:lvl4pPr>
            <a:lvl5pPr indent="0" lvl="4" marL="0" marR="0" rtl="0" algn="r">
              <a:spcBef>
                <a:spcPts val="0"/>
              </a:spcBef>
              <a:spcAft>
                <a:spcPts val="0"/>
              </a:spcAft>
              <a:buNone/>
              <a:defRPr b="0" sz="1200" u="none">
                <a:solidFill>
                  <a:schemeClr val="dk1"/>
                </a:solidFill>
                <a:latin typeface="Arial Black"/>
                <a:ea typeface="Arial Black"/>
                <a:cs typeface="Arial Black"/>
                <a:sym typeface="Arial Black"/>
              </a:defRPr>
            </a:lvl5pPr>
            <a:lvl6pPr indent="0" lvl="5" marL="0" marR="0" rtl="0" algn="r">
              <a:spcBef>
                <a:spcPts val="0"/>
              </a:spcBef>
              <a:spcAft>
                <a:spcPts val="0"/>
              </a:spcAft>
              <a:buNone/>
              <a:defRPr b="0" sz="1200" u="none">
                <a:solidFill>
                  <a:schemeClr val="dk1"/>
                </a:solidFill>
                <a:latin typeface="Arial Black"/>
                <a:ea typeface="Arial Black"/>
                <a:cs typeface="Arial Black"/>
                <a:sym typeface="Arial Black"/>
              </a:defRPr>
            </a:lvl6pPr>
            <a:lvl7pPr indent="0" lvl="6" marL="0" marR="0" rtl="0" algn="r">
              <a:spcBef>
                <a:spcPts val="0"/>
              </a:spcBef>
              <a:spcAft>
                <a:spcPts val="0"/>
              </a:spcAft>
              <a:buNone/>
              <a:defRPr b="0" sz="1200" u="none">
                <a:solidFill>
                  <a:schemeClr val="dk1"/>
                </a:solidFill>
                <a:latin typeface="Arial Black"/>
                <a:ea typeface="Arial Black"/>
                <a:cs typeface="Arial Black"/>
                <a:sym typeface="Arial Black"/>
              </a:defRPr>
            </a:lvl7pPr>
            <a:lvl8pPr indent="0" lvl="7" marL="0" marR="0" rtl="0" algn="r">
              <a:spcBef>
                <a:spcPts val="0"/>
              </a:spcBef>
              <a:spcAft>
                <a:spcPts val="0"/>
              </a:spcAft>
              <a:buNone/>
              <a:defRPr b="0" sz="1200" u="none">
                <a:solidFill>
                  <a:schemeClr val="dk1"/>
                </a:solidFill>
                <a:latin typeface="Arial Black"/>
                <a:ea typeface="Arial Black"/>
                <a:cs typeface="Arial Black"/>
                <a:sym typeface="Arial Black"/>
              </a:defRPr>
            </a:lvl8pPr>
            <a:lvl9pPr indent="0" lvl="8" marL="0" marR="0" rtl="0" algn="r">
              <a:spcBef>
                <a:spcPts val="0"/>
              </a:spcBef>
              <a:spcAft>
                <a:spcPts val="0"/>
              </a:spcAft>
              <a:buNone/>
              <a:defRPr b="0" sz="1200" u="none">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urbandictionary.com/define.php?term=geopbyte" TargetMode="External"/><Relationship Id="rId4" Type="http://schemas.openxmlformats.org/officeDocument/2006/relationships/hyperlink" Target="https://www.urbandictionary.com/define.php?term=1024" TargetMode="External"/><Relationship Id="rId5" Type="http://schemas.openxmlformats.org/officeDocument/2006/relationships/hyperlink" Target="https://www.urbandictionary.com/define.php?term=byte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www.thedailybeast.com/articles/2015/02/05/your-samsung-smarttv-is-spying-on-you-basically.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www.ncdc.noaa.gov/data-access/satellite-data/satellite-data-access-dataset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www.bernardmarr.com/default.asp?contentID=1076"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www.linkedin.com/pulse/vital-role-big-data-fight-against-covid-19-coronavirus-bernard-marr"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lang="en-US" sz="4400">
                <a:latin typeface="Impact"/>
                <a:ea typeface="Impact"/>
                <a:cs typeface="Impact"/>
                <a:sym typeface="Impact"/>
              </a:rPr>
            </a:br>
            <a:r>
              <a:rPr b="1" lang="en-US" sz="4400">
                <a:latin typeface="Times New Roman"/>
                <a:ea typeface="Times New Roman"/>
                <a:cs typeface="Times New Roman"/>
                <a:sym typeface="Times New Roman"/>
              </a:rPr>
              <a:t>6CS005: Big Data</a:t>
            </a:r>
            <a:br>
              <a:rPr lang="en-US" sz="4400">
                <a:latin typeface="Impact"/>
                <a:ea typeface="Impact"/>
                <a:cs typeface="Impact"/>
                <a:sym typeface="Impact"/>
              </a:rPr>
            </a:br>
            <a:endParaRPr/>
          </a:p>
        </p:txBody>
      </p:sp>
      <p:sp>
        <p:nvSpPr>
          <p:cNvPr id="98" name="Google Shape;98;p1"/>
          <p:cNvSpPr txBox="1"/>
          <p:nvPr>
            <p:ph idx="11" type="ftr"/>
          </p:nvPr>
        </p:nvSpPr>
        <p:spPr>
          <a:xfrm>
            <a:off x="3200400" y="6257925"/>
            <a:ext cx="33528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99" name="Google Shape;99;p1"/>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
        <p:nvSpPr>
          <p:cNvPr id="100" name="Google Shape;100;p1"/>
          <p:cNvSpPr txBox="1"/>
          <p:nvPr/>
        </p:nvSpPr>
        <p:spPr>
          <a:xfrm>
            <a:off x="2590800" y="5291138"/>
            <a:ext cx="3657600" cy="800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dk1"/>
                </a:solidFill>
                <a:latin typeface="Arimo"/>
                <a:ea typeface="Arimo"/>
                <a:cs typeface="Arimo"/>
                <a:sym typeface="Arimo"/>
              </a:rPr>
              <a:t>Jnaneshwar Bohara</a:t>
            </a:r>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1"/>
          <p:cNvSpPr txBox="1"/>
          <p:nvPr>
            <p:ph idx="1" type="body"/>
          </p:nvPr>
        </p:nvSpPr>
        <p:spPr>
          <a:xfrm>
            <a:off x="609600" y="1600200"/>
            <a:ext cx="7924800" cy="3690938"/>
          </a:xfrm>
          <a:prstGeom prst="rect">
            <a:avLst/>
          </a:prstGeom>
          <a:noFill/>
          <a:ln>
            <a:noFill/>
          </a:ln>
        </p:spPr>
        <p:txBody>
          <a:bodyPr anchorCtr="0" anchor="t" bIns="45700" lIns="91425" spcFirstLastPara="1" rIns="91425" wrap="square" tIns="45700">
            <a:noAutofit/>
          </a:bodyPr>
          <a:lstStyle/>
          <a:p>
            <a:pPr indent="-180340" lvl="0" marL="342900" rtl="0" algn="l">
              <a:spcBef>
                <a:spcPts val="0"/>
              </a:spcBef>
              <a:spcAft>
                <a:spcPts val="0"/>
              </a:spcAft>
              <a:buSzPts val="2560"/>
              <a:buNone/>
            </a:pPr>
            <a:r>
              <a:t/>
            </a:r>
            <a:endParaRPr/>
          </a:p>
        </p:txBody>
      </p:sp>
      <p:pic>
        <p:nvPicPr>
          <p:cNvPr id="102" name="Google Shape;102;p1"/>
          <p:cNvPicPr preferRelativeResize="0"/>
          <p:nvPr/>
        </p:nvPicPr>
        <p:blipFill rotWithShape="1">
          <a:blip r:embed="rId3">
            <a:alphaModFix/>
          </a:blip>
          <a:srcRect b="0" l="0" r="0" t="0"/>
          <a:stretch/>
        </p:blipFill>
        <p:spPr>
          <a:xfrm>
            <a:off x="1143000" y="1638300"/>
            <a:ext cx="5162550" cy="3543300"/>
          </a:xfrm>
          <a:prstGeom prst="rect">
            <a:avLst/>
          </a:prstGeom>
          <a:noFill/>
          <a:ln>
            <a:noFill/>
          </a:ln>
        </p:spPr>
      </p:pic>
      <p:sp>
        <p:nvSpPr>
          <p:cNvPr id="103" name="Google Shape;103;p1"/>
          <p:cNvSpPr txBox="1"/>
          <p:nvPr/>
        </p:nvSpPr>
        <p:spPr>
          <a:xfrm>
            <a:off x="4114800" y="2971800"/>
            <a:ext cx="9144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ahoma"/>
                <a:ea typeface="Tahoma"/>
                <a:cs typeface="Tahoma"/>
                <a:sym typeface="Tahoma"/>
              </a:rPr>
              <a:t> Big Data Overview</a:t>
            </a:r>
            <a:endParaRPr/>
          </a:p>
        </p:txBody>
      </p:sp>
      <p:sp>
        <p:nvSpPr>
          <p:cNvPr id="109" name="Google Shape;109;p2"/>
          <p:cNvSpPr txBox="1"/>
          <p:nvPr>
            <p:ph idx="1" type="body"/>
          </p:nvPr>
        </p:nvSpPr>
        <p:spPr>
          <a:xfrm>
            <a:off x="304800" y="1447800"/>
            <a:ext cx="8382000" cy="49530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3520"/>
              <a:buChar char="●"/>
            </a:pPr>
            <a:r>
              <a:rPr lang="en-US" sz="4400"/>
              <a:t>Collection of data sets </a:t>
            </a:r>
            <a:r>
              <a:rPr b="1" lang="en-US" sz="4400">
                <a:solidFill>
                  <a:srgbClr val="0066FF"/>
                </a:solidFill>
              </a:rPr>
              <a:t>so large and complex</a:t>
            </a:r>
            <a:r>
              <a:rPr lang="en-US" sz="4400"/>
              <a:t> that it becomes </a:t>
            </a:r>
            <a:r>
              <a:rPr b="1" lang="en-US" sz="4400">
                <a:solidFill>
                  <a:srgbClr val="C00000"/>
                </a:solidFill>
              </a:rPr>
              <a:t>difficult to process</a:t>
            </a:r>
            <a:r>
              <a:rPr lang="en-US" sz="4400">
                <a:solidFill>
                  <a:srgbClr val="C00000"/>
                </a:solidFill>
              </a:rPr>
              <a:t> </a:t>
            </a:r>
            <a:r>
              <a:rPr lang="en-US" sz="4400"/>
              <a:t>using </a:t>
            </a:r>
            <a:r>
              <a:rPr b="1" lang="en-US" sz="4400">
                <a:solidFill>
                  <a:srgbClr val="009999"/>
                </a:solidFill>
              </a:rPr>
              <a:t>on-hand database management tools</a:t>
            </a:r>
            <a:r>
              <a:rPr lang="en-US" sz="4400">
                <a:solidFill>
                  <a:srgbClr val="009999"/>
                </a:solidFill>
              </a:rPr>
              <a:t> </a:t>
            </a:r>
            <a:r>
              <a:rPr lang="en-US" sz="4400"/>
              <a:t>or </a:t>
            </a:r>
            <a:r>
              <a:rPr b="1" lang="en-US" sz="4400">
                <a:solidFill>
                  <a:srgbClr val="009999"/>
                </a:solidFill>
              </a:rPr>
              <a:t>traditional data processing applications</a:t>
            </a:r>
            <a:r>
              <a:rPr lang="en-US" sz="4400"/>
              <a:t>. </a:t>
            </a:r>
            <a:endParaRPr/>
          </a:p>
          <a:p>
            <a:pPr indent="0" lvl="0" marL="0" rtl="0" algn="l">
              <a:spcBef>
                <a:spcPts val="640"/>
              </a:spcBef>
              <a:spcAft>
                <a:spcPts val="0"/>
              </a:spcAft>
              <a:buSzPts val="2560"/>
              <a:buFont typeface="Noto Sans Symbols"/>
              <a:buNone/>
            </a:pPr>
            <a:r>
              <a:t/>
            </a:r>
            <a:endParaRPr/>
          </a:p>
        </p:txBody>
      </p:sp>
      <p:sp>
        <p:nvSpPr>
          <p:cNvPr id="110" name="Google Shape;110;p2"/>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111" name="Google Shape;111;p2"/>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ahoma"/>
                <a:ea typeface="Tahoma"/>
                <a:cs typeface="Tahoma"/>
                <a:sym typeface="Tahoma"/>
              </a:rPr>
              <a:t> Big Data</a:t>
            </a:r>
            <a:endParaRPr/>
          </a:p>
        </p:txBody>
      </p:sp>
      <p:sp>
        <p:nvSpPr>
          <p:cNvPr id="117" name="Google Shape;117;p3"/>
          <p:cNvSpPr txBox="1"/>
          <p:nvPr>
            <p:ph idx="1" type="body"/>
          </p:nvPr>
        </p:nvSpPr>
        <p:spPr>
          <a:xfrm>
            <a:off x="304800" y="1371600"/>
            <a:ext cx="8382000" cy="4953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3520"/>
              <a:buChar char="●"/>
            </a:pPr>
            <a:r>
              <a:rPr lang="en-US" sz="4400"/>
              <a:t>Big data is </a:t>
            </a:r>
            <a:r>
              <a:rPr lang="en-US" sz="4400">
                <a:solidFill>
                  <a:srgbClr val="FF0000"/>
                </a:solidFill>
              </a:rPr>
              <a:t>high-</a:t>
            </a:r>
            <a:r>
              <a:rPr b="1" lang="en-US" sz="4400">
                <a:solidFill>
                  <a:srgbClr val="FF0000"/>
                </a:solidFill>
              </a:rPr>
              <a:t>volume</a:t>
            </a:r>
            <a:r>
              <a:rPr lang="en-US" sz="4400"/>
              <a:t>, </a:t>
            </a:r>
            <a:r>
              <a:rPr lang="en-US" sz="4400">
                <a:solidFill>
                  <a:srgbClr val="FF0000"/>
                </a:solidFill>
              </a:rPr>
              <a:t>high-</a:t>
            </a:r>
            <a:r>
              <a:rPr b="1" lang="en-US" sz="4400">
                <a:solidFill>
                  <a:srgbClr val="FF0000"/>
                </a:solidFill>
              </a:rPr>
              <a:t>velocity</a:t>
            </a:r>
            <a:r>
              <a:rPr b="1" lang="en-US" sz="4400"/>
              <a:t> </a:t>
            </a:r>
            <a:r>
              <a:rPr lang="en-US" sz="4400"/>
              <a:t>and </a:t>
            </a:r>
            <a:r>
              <a:rPr lang="en-US" sz="4400">
                <a:solidFill>
                  <a:srgbClr val="FF0000"/>
                </a:solidFill>
              </a:rPr>
              <a:t>high-</a:t>
            </a:r>
            <a:r>
              <a:rPr b="1" lang="en-US" sz="4400">
                <a:solidFill>
                  <a:srgbClr val="FF0000"/>
                </a:solidFill>
              </a:rPr>
              <a:t>variety</a:t>
            </a:r>
            <a:r>
              <a:rPr b="1" lang="en-US" sz="4400"/>
              <a:t> </a:t>
            </a:r>
            <a:r>
              <a:rPr lang="en-US" sz="4400"/>
              <a:t>information assets that demand </a:t>
            </a:r>
            <a:r>
              <a:rPr b="1" lang="en-US" sz="4400">
                <a:solidFill>
                  <a:srgbClr val="33CC33"/>
                </a:solidFill>
              </a:rPr>
              <a:t>cost-effective</a:t>
            </a:r>
            <a:r>
              <a:rPr lang="en-US" sz="4400">
                <a:solidFill>
                  <a:srgbClr val="33CC33"/>
                </a:solidFill>
              </a:rPr>
              <a:t>, </a:t>
            </a:r>
            <a:r>
              <a:rPr b="1" lang="en-US" sz="4400">
                <a:solidFill>
                  <a:srgbClr val="33CC33"/>
                </a:solidFill>
              </a:rPr>
              <a:t>innovative </a:t>
            </a:r>
            <a:r>
              <a:rPr lang="en-US" sz="4400"/>
              <a:t>forms of information processing for </a:t>
            </a:r>
            <a:r>
              <a:rPr b="1" lang="en-US" sz="4400">
                <a:solidFill>
                  <a:srgbClr val="0066FF"/>
                </a:solidFill>
              </a:rPr>
              <a:t>enhanced insight and decision making</a:t>
            </a:r>
            <a:r>
              <a:rPr lang="en-US" sz="4400"/>
              <a:t>.</a:t>
            </a:r>
            <a:endParaRPr/>
          </a:p>
        </p:txBody>
      </p:sp>
      <p:sp>
        <p:nvSpPr>
          <p:cNvPr id="118" name="Google Shape;118;p3"/>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119" name="Google Shape;119;p3"/>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4"/>
          <p:cNvSpPr txBox="1"/>
          <p:nvPr>
            <p:ph type="title"/>
          </p:nvPr>
        </p:nvSpPr>
        <p:spPr>
          <a:xfrm>
            <a:off x="468313" y="404813"/>
            <a:ext cx="8229600" cy="8826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Bits to GeopBytes</a:t>
            </a:r>
            <a:endParaRPr/>
          </a:p>
        </p:txBody>
      </p:sp>
      <p:sp>
        <p:nvSpPr>
          <p:cNvPr id="125" name="Google Shape;125;p4"/>
          <p:cNvSpPr txBox="1"/>
          <p:nvPr>
            <p:ph idx="12" type="sldNum"/>
          </p:nvPr>
        </p:nvSpPr>
        <p:spPr>
          <a:xfrm>
            <a:off x="7010400" y="64008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graphicFrame>
        <p:nvGraphicFramePr>
          <p:cNvPr id="126" name="Google Shape;126;p4"/>
          <p:cNvGraphicFramePr/>
          <p:nvPr/>
        </p:nvGraphicFramePr>
        <p:xfrm>
          <a:off x="1371600" y="1398588"/>
          <a:ext cx="3000000" cy="3000000"/>
        </p:xfrm>
        <a:graphic>
          <a:graphicData uri="http://schemas.openxmlformats.org/drawingml/2006/table">
            <a:tbl>
              <a:tblPr bandRow="1" firstRow="1">
                <a:noFill/>
                <a:tableStyleId>{715265A3-EC26-4A1B-B140-23BB71F3042B}</a:tableStyleId>
              </a:tblPr>
              <a:tblGrid>
                <a:gridCol w="3048000"/>
                <a:gridCol w="3048000"/>
              </a:tblGrid>
              <a:tr h="391275">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1024 Bytes</a:t>
                      </a:r>
                      <a:endParaRPr/>
                    </a:p>
                  </a:txBody>
                  <a:tcPr marT="0" marB="0" marR="68575" marL="68575"/>
                </a:tc>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 Kilobyte</a:t>
                      </a:r>
                      <a:endParaRPr/>
                    </a:p>
                  </a:txBody>
                  <a:tcPr marT="0" marB="0" marR="68575" marL="68575"/>
                </a:tc>
              </a:tr>
              <a:tr h="391275">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1024 Kilobytes</a:t>
                      </a:r>
                      <a:endParaRPr/>
                    </a:p>
                  </a:txBody>
                  <a:tcPr marT="0" marB="0" marR="68575" marL="68575"/>
                </a:tc>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 Megabyte</a:t>
                      </a:r>
                      <a:endParaRPr/>
                    </a:p>
                  </a:txBody>
                  <a:tcPr marT="0" marB="0" marR="68575" marL="68575"/>
                </a:tc>
              </a:tr>
              <a:tr h="391275">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1024 Megabytes</a:t>
                      </a:r>
                      <a:endParaRPr/>
                    </a:p>
                  </a:txBody>
                  <a:tcPr marT="0" marB="0" marR="68575" marL="68575"/>
                </a:tc>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 Gigabyte</a:t>
                      </a:r>
                      <a:endParaRPr/>
                    </a:p>
                  </a:txBody>
                  <a:tcPr marT="0" marB="0" marR="68575" marL="68575"/>
                </a:tc>
              </a:tr>
              <a:tr h="433000">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1024 Gigabytes</a:t>
                      </a:r>
                      <a:endParaRPr/>
                    </a:p>
                  </a:txBody>
                  <a:tcPr marT="0" marB="0" marR="68575" marL="68575"/>
                </a:tc>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 Terabyte</a:t>
                      </a:r>
                      <a:endParaRPr/>
                    </a:p>
                  </a:txBody>
                  <a:tcPr marT="0" marB="0" marR="68575" marL="68575"/>
                </a:tc>
              </a:tr>
              <a:tr h="391275">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1024 Terabytes</a:t>
                      </a:r>
                      <a:endParaRPr/>
                    </a:p>
                  </a:txBody>
                  <a:tcPr marT="0" marB="0" marR="68575" marL="68575"/>
                </a:tc>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 Petabyte</a:t>
                      </a:r>
                      <a:endParaRPr/>
                    </a:p>
                  </a:txBody>
                  <a:tcPr marT="0" marB="0" marR="68575" marL="68575"/>
                </a:tc>
              </a:tr>
              <a:tr h="391275">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1024 Petabytes</a:t>
                      </a:r>
                      <a:endParaRPr/>
                    </a:p>
                  </a:txBody>
                  <a:tcPr marT="0" marB="0" marR="68575" marL="68575"/>
                </a:tc>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 Exabyte</a:t>
                      </a:r>
                      <a:endParaRPr/>
                    </a:p>
                  </a:txBody>
                  <a:tcPr marT="0" marB="0" marR="68575" marL="68575"/>
                </a:tc>
              </a:tr>
              <a:tr h="391275">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1024 Exabytes</a:t>
                      </a:r>
                      <a:endParaRPr/>
                    </a:p>
                  </a:txBody>
                  <a:tcPr marT="0" marB="0" marR="68575" marL="68575"/>
                </a:tc>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 Zettabyte</a:t>
                      </a:r>
                      <a:endParaRPr/>
                    </a:p>
                  </a:txBody>
                  <a:tcPr marT="0" marB="0" marR="68575" marL="68575"/>
                </a:tc>
              </a:tr>
              <a:tr h="391275">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1024 Zettabytes</a:t>
                      </a:r>
                      <a:endParaRPr/>
                    </a:p>
                  </a:txBody>
                  <a:tcPr marT="0" marB="0" marR="68575" marL="68575"/>
                </a:tc>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 Yottabyte</a:t>
                      </a:r>
                      <a:endParaRPr/>
                    </a:p>
                  </a:txBody>
                  <a:tcPr marT="0" marB="0" marR="68575" marL="68575"/>
                </a:tc>
              </a:tr>
              <a:tr h="391275">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1024 Yottabytes</a:t>
                      </a:r>
                      <a:endParaRPr/>
                    </a:p>
                  </a:txBody>
                  <a:tcPr marT="0" marB="0" marR="68575" marL="68575"/>
                </a:tc>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 Brontobyte</a:t>
                      </a:r>
                      <a:endParaRPr/>
                    </a:p>
                  </a:txBody>
                  <a:tcPr marT="0" marB="0" marR="68575" marL="68575"/>
                </a:tc>
              </a:tr>
              <a:tr h="391275">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1024 Brontobytes</a:t>
                      </a:r>
                      <a:endParaRPr/>
                    </a:p>
                  </a:txBody>
                  <a:tcPr marT="0" marB="0" marR="68575" marL="68575"/>
                </a:tc>
                <a:tc>
                  <a:txBody>
                    <a:bodyPr/>
                    <a:lstStyle/>
                    <a:p>
                      <a:pPr indent="0" lvl="0" marL="0" marR="0" rtl="0" algn="l">
                        <a:lnSpc>
                          <a:spcPct val="107000"/>
                        </a:lnSpc>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1 Geopbyte</a:t>
                      </a:r>
                      <a:endParaRPr b="1" sz="2400" u="none" cap="none" strike="noStrike">
                        <a:solidFill>
                          <a:schemeClr val="dk1"/>
                        </a:solidFill>
                        <a:latin typeface="Times New Roman"/>
                        <a:ea typeface="Times New Roman"/>
                        <a:cs typeface="Times New Roman"/>
                        <a:sym typeface="Times New Roman"/>
                      </a:endParaRPr>
                    </a:p>
                  </a:txBody>
                  <a:tcPr marT="0" marB="0" marR="68575" marL="68575"/>
                </a:tc>
              </a:tr>
            </a:tbl>
          </a:graphicData>
        </a:graphic>
      </p:graphicFrame>
      <p:sp>
        <p:nvSpPr>
          <p:cNvPr id="127" name="Google Shape;127;p4"/>
          <p:cNvSpPr/>
          <p:nvPr/>
        </p:nvSpPr>
        <p:spPr>
          <a:xfrm>
            <a:off x="762000" y="5181600"/>
            <a:ext cx="7848600" cy="984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en-US" sz="1800">
                <a:solidFill>
                  <a:schemeClr val="dk1"/>
                </a:solidFill>
                <a:latin typeface="Arial"/>
                <a:ea typeface="Arial"/>
                <a:cs typeface="Arial"/>
                <a:sym typeface="Arial"/>
              </a:rPr>
            </a:br>
            <a:r>
              <a:rPr b="1" lang="en-US" sz="2000">
                <a:solidFill>
                  <a:srgbClr val="009999"/>
                </a:solidFill>
                <a:latin typeface="Times New Roman"/>
                <a:ea typeface="Times New Roman"/>
                <a:cs typeface="Times New Roman"/>
                <a:sym typeface="Times New Roman"/>
              </a:rPr>
              <a:t>One </a:t>
            </a:r>
            <a:r>
              <a:rPr b="1" lang="en-US" sz="2000" u="sng">
                <a:solidFill>
                  <a:srgbClr val="009999"/>
                </a:solidFill>
                <a:latin typeface="Times New Roman"/>
                <a:ea typeface="Times New Roman"/>
                <a:cs typeface="Times New Roman"/>
                <a:sym typeface="Times New Roman"/>
                <a:hlinkClick r:id="rId3">
                  <a:extLst>
                    <a:ext uri="{A12FA001-AC4F-418D-AE19-62706E023703}">
                      <ahyp:hlinkClr val="tx"/>
                    </a:ext>
                  </a:extLst>
                </a:hlinkClick>
              </a:rPr>
              <a:t>geopbyte</a:t>
            </a:r>
            <a:r>
              <a:rPr b="1" lang="en-US" sz="2000">
                <a:solidFill>
                  <a:srgbClr val="009999"/>
                </a:solidFill>
                <a:latin typeface="Times New Roman"/>
                <a:ea typeface="Times New Roman"/>
                <a:cs typeface="Times New Roman"/>
                <a:sym typeface="Times New Roman"/>
              </a:rPr>
              <a:t> </a:t>
            </a:r>
            <a:r>
              <a:rPr b="1" lang="en-US" sz="2000">
                <a:solidFill>
                  <a:schemeClr val="dk1"/>
                </a:solidFill>
                <a:latin typeface="Times New Roman"/>
                <a:ea typeface="Times New Roman"/>
                <a:cs typeface="Times New Roman"/>
                <a:sym typeface="Times New Roman"/>
              </a:rPr>
              <a:t>is </a:t>
            </a:r>
            <a:r>
              <a:rPr b="1" lang="en-US" sz="2000" u="sng">
                <a:solidFill>
                  <a:srgbClr val="009999"/>
                </a:solidFill>
                <a:latin typeface="Times New Roman"/>
                <a:ea typeface="Times New Roman"/>
                <a:cs typeface="Times New Roman"/>
                <a:sym typeface="Times New Roman"/>
                <a:hlinkClick r:id="rId4">
                  <a:extLst>
                    <a:ext uri="{A12FA001-AC4F-418D-AE19-62706E023703}">
                      <ahyp:hlinkClr val="tx"/>
                    </a:ext>
                  </a:extLst>
                </a:hlinkClick>
              </a:rPr>
              <a:t>1024</a:t>
            </a:r>
            <a:r>
              <a:rPr b="1" lang="en-US" sz="2000">
                <a:solidFill>
                  <a:srgbClr val="009999"/>
                </a:solidFill>
                <a:latin typeface="Times New Roman"/>
                <a:ea typeface="Times New Roman"/>
                <a:cs typeface="Times New Roman"/>
                <a:sym typeface="Times New Roman"/>
              </a:rPr>
              <a:t>^10</a:t>
            </a:r>
            <a:r>
              <a:rPr b="1" lang="en-US" sz="2000">
                <a:solidFill>
                  <a:schemeClr val="dk1"/>
                </a:solidFill>
                <a:latin typeface="Times New Roman"/>
                <a:ea typeface="Times New Roman"/>
                <a:cs typeface="Times New Roman"/>
                <a:sym typeface="Times New Roman"/>
              </a:rPr>
              <a:t> or</a:t>
            </a:r>
            <a:r>
              <a:rPr b="1" lang="en-US" sz="2000">
                <a:solidFill>
                  <a:srgbClr val="009999"/>
                </a:solidFill>
                <a:latin typeface="Times New Roman"/>
                <a:ea typeface="Times New Roman"/>
                <a:cs typeface="Times New Roman"/>
                <a:sym typeface="Times New Roman"/>
              </a:rPr>
              <a:t>1267650600228229401496703205376</a:t>
            </a:r>
            <a:r>
              <a:rPr b="1" lang="en-US" sz="2000">
                <a:solidFill>
                  <a:schemeClr val="dk1"/>
                </a:solidFill>
                <a:latin typeface="Times New Roman"/>
                <a:ea typeface="Times New Roman"/>
                <a:cs typeface="Times New Roman"/>
                <a:sym typeface="Times New Roman"/>
              </a:rPr>
              <a:t> </a:t>
            </a:r>
            <a:r>
              <a:rPr b="1" lang="en-US" sz="2000" u="sng">
                <a:solidFill>
                  <a:srgbClr val="009999"/>
                </a:solidFill>
                <a:latin typeface="Times New Roman"/>
                <a:ea typeface="Times New Roman"/>
                <a:cs typeface="Times New Roman"/>
                <a:sym typeface="Times New Roman"/>
                <a:hlinkClick r:id="rId5">
                  <a:extLst>
                    <a:ext uri="{A12FA001-AC4F-418D-AE19-62706E023703}">
                      <ahyp:hlinkClr val="tx"/>
                    </a:ext>
                  </a:extLst>
                </a:hlinkClick>
              </a:rPr>
              <a:t>bytes</a:t>
            </a:r>
            <a:r>
              <a:rPr b="1" lang="en-US" sz="2000">
                <a:solidFill>
                  <a:schemeClr val="dk1"/>
                </a:solidFill>
                <a:latin typeface="Times New Roman"/>
                <a:ea typeface="Times New Roman"/>
                <a:cs typeface="Times New Roman"/>
                <a:sym typeface="Times New Roman"/>
              </a:rPr>
              <a:t>. Or simply a </a:t>
            </a:r>
            <a:r>
              <a:rPr b="1" lang="en-US" sz="2000">
                <a:solidFill>
                  <a:srgbClr val="C00000"/>
                </a:solidFill>
                <a:latin typeface="Times New Roman"/>
                <a:ea typeface="Times New Roman"/>
                <a:cs typeface="Times New Roman"/>
                <a:sym typeface="Times New Roman"/>
              </a:rPr>
              <a:t>1 followed by 30 digits</a:t>
            </a:r>
            <a:r>
              <a:rPr b="1" lang="en-US" sz="2000">
                <a:solidFill>
                  <a:schemeClr val="dk1"/>
                </a:solidFill>
                <a:latin typeface="Times New Roman"/>
                <a:ea typeface="Times New Roman"/>
                <a:cs typeface="Times New Roman"/>
                <a:sym typeface="Times New Roman"/>
              </a:rPr>
              <a:t>. </a:t>
            </a:r>
            <a:r>
              <a:rPr lang="en-US" sz="2000">
                <a:solidFill>
                  <a:schemeClr val="dk1"/>
                </a:solidFill>
                <a:latin typeface="Arial"/>
                <a:ea typeface="Arial"/>
                <a:cs typeface="Arial"/>
                <a:sym typeface="Arial"/>
              </a:rPr>
              <a:t>(</a:t>
            </a:r>
            <a:r>
              <a:rPr lang="en-US" sz="2000">
                <a:solidFill>
                  <a:srgbClr val="0070C0"/>
                </a:solidFill>
                <a:latin typeface="Arial"/>
                <a:ea typeface="Arial"/>
                <a:cs typeface="Arial"/>
                <a:sym typeface="Arial"/>
              </a:rPr>
              <a:t>Not zeroes</a:t>
            </a:r>
            <a:r>
              <a:rPr lang="en-US" sz="2000">
                <a:solidFill>
                  <a:schemeClr val="dk1"/>
                </a:solidFill>
                <a:latin typeface="Arial"/>
                <a:ea typeface="Arial"/>
                <a:cs typeface="Arial"/>
                <a:sym typeface="Arial"/>
              </a:rPr>
              <a:t>)</a:t>
            </a:r>
            <a:endParaRPr b="1" sz="2000">
              <a:solidFill>
                <a:schemeClr val="dk1"/>
              </a:solidFill>
              <a:latin typeface="Times New Roman"/>
              <a:ea typeface="Times New Roman"/>
              <a:cs typeface="Times New Roman"/>
              <a:sym typeface="Times New Roman"/>
            </a:endParaRPr>
          </a:p>
        </p:txBody>
      </p:sp>
      <p:sp>
        <p:nvSpPr>
          <p:cNvPr id="128" name="Google Shape;128;p4"/>
          <p:cNvSpPr txBox="1"/>
          <p:nvPr>
            <p:ph idx="11" type="ftr"/>
          </p:nvPr>
        </p:nvSpPr>
        <p:spPr>
          <a:xfrm>
            <a:off x="3581400" y="6365543"/>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sz="12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US"/>
            </a:br>
            <a:r>
              <a:rPr b="1" lang="en-US"/>
              <a:t>Big Data Statistics</a:t>
            </a:r>
            <a:br>
              <a:rPr b="1" lang="en-US"/>
            </a:br>
            <a:endParaRPr/>
          </a:p>
        </p:txBody>
      </p:sp>
      <p:sp>
        <p:nvSpPr>
          <p:cNvPr id="134" name="Google Shape;134;p5"/>
          <p:cNvSpPr txBox="1"/>
          <p:nvPr>
            <p:ph idx="1" type="body"/>
          </p:nvPr>
        </p:nvSpPr>
        <p:spPr>
          <a:xfrm>
            <a:off x="790575" y="1219200"/>
            <a:ext cx="7924800" cy="4800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20"/>
              <a:buFont typeface="Arial"/>
              <a:buChar char="•"/>
            </a:pPr>
            <a:r>
              <a:rPr b="0" i="0" lang="en-US" sz="2400">
                <a:solidFill>
                  <a:srgbClr val="000000"/>
                </a:solidFill>
                <a:latin typeface="Arial"/>
                <a:ea typeface="Arial"/>
                <a:cs typeface="Arial"/>
                <a:sym typeface="Arial"/>
              </a:rPr>
              <a:t>2.5 quintillion bytes of data are created each day.</a:t>
            </a:r>
            <a:endParaRPr/>
          </a:p>
          <a:p>
            <a:pPr indent="-342900" lvl="0" marL="342900" rtl="0" algn="l">
              <a:spcBef>
                <a:spcPts val="480"/>
              </a:spcBef>
              <a:spcAft>
                <a:spcPts val="0"/>
              </a:spcAft>
              <a:buSzPts val="1920"/>
              <a:buFont typeface="Arial"/>
              <a:buChar char="•"/>
            </a:pPr>
            <a:r>
              <a:rPr b="0" i="0" lang="en-US" sz="2400">
                <a:solidFill>
                  <a:srgbClr val="333333"/>
                </a:solidFill>
                <a:latin typeface="Arial"/>
                <a:ea typeface="Arial"/>
                <a:cs typeface="Arial"/>
                <a:sym typeface="Arial"/>
              </a:rPr>
              <a:t>The volume of data created worldwide as of 2023 is 120 zettabytes</a:t>
            </a:r>
            <a:endParaRPr/>
          </a:p>
          <a:p>
            <a:pPr indent="-342900" lvl="0" marL="342900" rtl="0" algn="l">
              <a:spcBef>
                <a:spcPts val="480"/>
              </a:spcBef>
              <a:spcAft>
                <a:spcPts val="0"/>
              </a:spcAft>
              <a:buSzPts val="1920"/>
              <a:buFont typeface="Arial"/>
              <a:buChar char="•"/>
            </a:pPr>
            <a:r>
              <a:rPr b="0" i="0" lang="en-US" sz="2400">
                <a:solidFill>
                  <a:srgbClr val="000000"/>
                </a:solidFill>
                <a:latin typeface="Arial"/>
                <a:ea typeface="Arial"/>
                <a:cs typeface="Arial"/>
                <a:sym typeface="Arial"/>
              </a:rPr>
              <a:t>147 zettabytes of data are forecasted to be generated in 2024.</a:t>
            </a:r>
            <a:endParaRPr b="0" i="0" sz="2400">
              <a:solidFill>
                <a:srgbClr val="333333"/>
              </a:solidFill>
              <a:latin typeface="Arial"/>
              <a:ea typeface="Arial"/>
              <a:cs typeface="Arial"/>
              <a:sym typeface="Arial"/>
            </a:endParaRPr>
          </a:p>
          <a:p>
            <a:pPr indent="-342900" lvl="0" marL="342900" rtl="0" algn="l">
              <a:spcBef>
                <a:spcPts val="480"/>
              </a:spcBef>
              <a:spcAft>
                <a:spcPts val="0"/>
              </a:spcAft>
              <a:buSzPts val="1920"/>
              <a:buFont typeface="Arial"/>
              <a:buChar char="•"/>
            </a:pPr>
            <a:r>
              <a:rPr b="0" i="0" lang="en-US" sz="2400">
                <a:solidFill>
                  <a:srgbClr val="333333"/>
                </a:solidFill>
                <a:latin typeface="Arial"/>
                <a:ea typeface="Arial"/>
                <a:cs typeface="Arial"/>
                <a:sym typeface="Arial"/>
              </a:rPr>
              <a:t> Volume of data is expected to reach 181 zettabytes by the end of 2025. </a:t>
            </a:r>
            <a:endParaRPr b="0" i="0" sz="2400">
              <a:solidFill>
                <a:srgbClr val="000000"/>
              </a:solidFill>
              <a:latin typeface="Arial"/>
              <a:ea typeface="Arial"/>
              <a:cs typeface="Arial"/>
              <a:sym typeface="Arial"/>
            </a:endParaRPr>
          </a:p>
          <a:p>
            <a:pPr indent="-342900" lvl="0" marL="342900" rtl="0" algn="l">
              <a:spcBef>
                <a:spcPts val="480"/>
              </a:spcBef>
              <a:spcAft>
                <a:spcPts val="0"/>
              </a:spcAft>
              <a:buSzPts val="1920"/>
              <a:buFont typeface="Arial"/>
              <a:buChar char="•"/>
            </a:pPr>
            <a:r>
              <a:rPr b="0" i="0" lang="en-US" sz="2400">
                <a:solidFill>
                  <a:srgbClr val="000000"/>
                </a:solidFill>
                <a:latin typeface="Arial"/>
                <a:ea typeface="Arial"/>
                <a:cs typeface="Arial"/>
                <a:sym typeface="Arial"/>
              </a:rPr>
              <a:t>Currently valued at $307.52 billion,  the global big data market is predicted to reach $745.15 billion by the end of 2030.</a:t>
            </a:r>
            <a:endParaRPr/>
          </a:p>
          <a:p>
            <a:pPr indent="-342900" lvl="0" marL="342900" rtl="0" algn="l">
              <a:spcBef>
                <a:spcPts val="480"/>
              </a:spcBef>
              <a:spcAft>
                <a:spcPts val="0"/>
              </a:spcAft>
              <a:buSzPts val="1920"/>
              <a:buFont typeface="Arial"/>
              <a:buChar char="•"/>
            </a:pPr>
            <a:r>
              <a:rPr b="0" i="0" lang="en-US" sz="2400">
                <a:solidFill>
                  <a:srgbClr val="000000"/>
                </a:solidFill>
                <a:latin typeface="Arial"/>
                <a:ea typeface="Arial"/>
                <a:cs typeface="Arial"/>
                <a:sym typeface="Arial"/>
              </a:rPr>
              <a:t>70% of all data across all sectors is user-generated.</a:t>
            </a:r>
            <a:endParaRPr/>
          </a:p>
          <a:p>
            <a:pPr indent="-342900" lvl="0" marL="342900" rtl="0" algn="l">
              <a:spcBef>
                <a:spcPts val="480"/>
              </a:spcBef>
              <a:spcAft>
                <a:spcPts val="0"/>
              </a:spcAft>
              <a:buSzPts val="1920"/>
              <a:buFont typeface="Arial"/>
              <a:buChar char="•"/>
            </a:pPr>
            <a:r>
              <a:rPr b="0" i="0" lang="en-US" sz="2400">
                <a:solidFill>
                  <a:srgbClr val="000000"/>
                </a:solidFill>
                <a:latin typeface="Arial"/>
                <a:ea typeface="Arial"/>
                <a:cs typeface="Arial"/>
                <a:sym typeface="Arial"/>
              </a:rPr>
              <a:t>Over 97% of businesses worldwide have invested in big data. </a:t>
            </a:r>
            <a:endParaRPr/>
          </a:p>
          <a:p>
            <a:pPr indent="-180340" lvl="0" marL="342900" rtl="0" algn="l">
              <a:spcBef>
                <a:spcPts val="640"/>
              </a:spcBef>
              <a:spcAft>
                <a:spcPts val="0"/>
              </a:spcAft>
              <a:buSzPts val="2560"/>
              <a:buFont typeface="Arial"/>
              <a:buNone/>
            </a:pPr>
            <a:r>
              <a:t/>
            </a:r>
            <a:endParaRPr b="0" i="0">
              <a:solidFill>
                <a:srgbClr val="000000"/>
              </a:solidFill>
              <a:latin typeface="Arial"/>
              <a:ea typeface="Arial"/>
              <a:cs typeface="Arial"/>
              <a:sym typeface="Arial"/>
            </a:endParaRPr>
          </a:p>
          <a:p>
            <a:pPr indent="-180340" lvl="0" marL="342900" rtl="0" algn="l">
              <a:spcBef>
                <a:spcPts val="640"/>
              </a:spcBef>
              <a:spcAft>
                <a:spcPts val="0"/>
              </a:spcAft>
              <a:buSzPts val="2560"/>
              <a:buNone/>
            </a:pPr>
            <a:r>
              <a:t/>
            </a:r>
            <a:endParaRPr/>
          </a:p>
        </p:txBody>
      </p:sp>
      <p:sp>
        <p:nvSpPr>
          <p:cNvPr id="135" name="Google Shape;135;p5"/>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sz="1200">
              <a:solidFill>
                <a:schemeClr val="dk1"/>
              </a:solidFill>
              <a:latin typeface="Arial"/>
              <a:ea typeface="Arial"/>
              <a:cs typeface="Arial"/>
              <a:sym typeface="Arial"/>
            </a:endParaRPr>
          </a:p>
        </p:txBody>
      </p:sp>
      <p:sp>
        <p:nvSpPr>
          <p:cNvPr id="136" name="Google Shape;136;p5"/>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Big Data Statistics</a:t>
            </a:r>
            <a:endParaRPr/>
          </a:p>
        </p:txBody>
      </p:sp>
      <p:sp>
        <p:nvSpPr>
          <p:cNvPr id="142" name="Google Shape;142;p6"/>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20"/>
              <a:buFont typeface="Arial"/>
              <a:buChar char="•"/>
            </a:pPr>
            <a:r>
              <a:rPr b="0" i="0" lang="en-US" sz="2400">
                <a:solidFill>
                  <a:srgbClr val="333333"/>
                </a:solidFill>
                <a:latin typeface="Arial"/>
                <a:ea typeface="Arial"/>
                <a:cs typeface="Arial"/>
                <a:sym typeface="Arial"/>
              </a:rPr>
              <a:t>Google Gets More than 9 Billion Searches per Day</a:t>
            </a:r>
            <a:endParaRPr/>
          </a:p>
          <a:p>
            <a:pPr indent="-342900" lvl="0" marL="342900" rtl="0" algn="l">
              <a:spcBef>
                <a:spcPts val="480"/>
              </a:spcBef>
              <a:spcAft>
                <a:spcPts val="0"/>
              </a:spcAft>
              <a:buSzPts val="1920"/>
              <a:buFont typeface="Arial"/>
              <a:buChar char="•"/>
            </a:pPr>
            <a:r>
              <a:rPr b="0" i="0" lang="en-US" sz="2400">
                <a:solidFill>
                  <a:srgbClr val="333333"/>
                </a:solidFill>
                <a:latin typeface="Arial"/>
                <a:ea typeface="Arial"/>
                <a:cs typeface="Arial"/>
                <a:sym typeface="Arial"/>
              </a:rPr>
              <a:t>WhatsApp Users Exchange Over 100 Billion Messages Daily</a:t>
            </a:r>
            <a:endParaRPr/>
          </a:p>
          <a:p>
            <a:pPr indent="-342900" lvl="0" marL="342900" rtl="0" algn="l">
              <a:spcBef>
                <a:spcPts val="480"/>
              </a:spcBef>
              <a:spcAft>
                <a:spcPts val="0"/>
              </a:spcAft>
              <a:buSzPts val="1920"/>
              <a:buFont typeface="Arial"/>
              <a:buChar char="•"/>
            </a:pPr>
            <a:r>
              <a:rPr b="0" i="0" lang="en-US" sz="2400">
                <a:solidFill>
                  <a:srgbClr val="333333"/>
                </a:solidFill>
                <a:latin typeface="Arial"/>
                <a:ea typeface="Arial"/>
                <a:cs typeface="Arial"/>
                <a:sym typeface="Arial"/>
              </a:rPr>
              <a:t>Every Person-Generated 1.7 Mb of Data per Second in 2020 Alone</a:t>
            </a:r>
            <a:endParaRPr/>
          </a:p>
          <a:p>
            <a:pPr indent="-342900" lvl="0" marL="342900" rtl="0" algn="l">
              <a:spcBef>
                <a:spcPts val="480"/>
              </a:spcBef>
              <a:spcAft>
                <a:spcPts val="0"/>
              </a:spcAft>
              <a:buSzPts val="1920"/>
              <a:buFont typeface="Arial"/>
              <a:buChar char="•"/>
            </a:pPr>
            <a:r>
              <a:rPr b="0" i="0" lang="en-US" sz="2400">
                <a:solidFill>
                  <a:srgbClr val="333333"/>
                </a:solidFill>
                <a:latin typeface="Arial"/>
                <a:ea typeface="Arial"/>
                <a:cs typeface="Arial"/>
                <a:sym typeface="Arial"/>
              </a:rPr>
              <a:t>Over 95 Percent of Businesses Think that Managing Unstructured Data Is Their Primary Problem</a:t>
            </a:r>
            <a:endParaRPr/>
          </a:p>
          <a:p>
            <a:pPr indent="-342900" lvl="0" marL="342900" rtl="0" algn="l">
              <a:spcBef>
                <a:spcPts val="480"/>
              </a:spcBef>
              <a:spcAft>
                <a:spcPts val="0"/>
              </a:spcAft>
              <a:buSzPts val="1920"/>
              <a:buFont typeface="Arial"/>
              <a:buChar char="•"/>
            </a:pPr>
            <a:r>
              <a:rPr b="0" i="0" lang="en-US" sz="2400">
                <a:solidFill>
                  <a:srgbClr val="333333"/>
                </a:solidFill>
                <a:latin typeface="Arial"/>
                <a:ea typeface="Arial"/>
                <a:cs typeface="Arial"/>
                <a:sym typeface="Arial"/>
              </a:rPr>
              <a:t>45% of Global Businesses Are Operating a Significant Data Workload On Cloud</a:t>
            </a:r>
            <a:endParaRPr/>
          </a:p>
          <a:p>
            <a:pPr indent="-342900" lvl="0" marL="342900" rtl="0" algn="l">
              <a:spcBef>
                <a:spcPts val="480"/>
              </a:spcBef>
              <a:spcAft>
                <a:spcPts val="0"/>
              </a:spcAft>
              <a:buSzPts val="1920"/>
              <a:buFont typeface="Arial"/>
              <a:buChar char="•"/>
            </a:pPr>
            <a:r>
              <a:rPr lang="en-US" sz="2400"/>
              <a:t>With the help of big data, Netflix saves over $1 billion annually with customer retention.</a:t>
            </a:r>
            <a:endParaRPr/>
          </a:p>
          <a:p>
            <a:pPr indent="-200660" lvl="0" marL="342900" rtl="0" algn="l">
              <a:spcBef>
                <a:spcPts val="560"/>
              </a:spcBef>
              <a:spcAft>
                <a:spcPts val="0"/>
              </a:spcAft>
              <a:buSzPts val="2240"/>
              <a:buFont typeface="Arial"/>
              <a:buNone/>
            </a:pPr>
            <a:r>
              <a:t/>
            </a:r>
            <a:endParaRPr b="0" i="0" sz="2800">
              <a:solidFill>
                <a:srgbClr val="333333"/>
              </a:solidFill>
              <a:latin typeface="Arial"/>
              <a:ea typeface="Arial"/>
              <a:cs typeface="Arial"/>
              <a:sym typeface="Arial"/>
            </a:endParaRPr>
          </a:p>
          <a:p>
            <a:pPr indent="-180340" lvl="0" marL="342900" rtl="0" algn="l">
              <a:spcBef>
                <a:spcPts val="640"/>
              </a:spcBef>
              <a:spcAft>
                <a:spcPts val="0"/>
              </a:spcAft>
              <a:buSzPts val="2560"/>
              <a:buNone/>
            </a:pPr>
            <a:r>
              <a:t/>
            </a:r>
            <a:endParaRPr/>
          </a:p>
        </p:txBody>
      </p:sp>
      <p:sp>
        <p:nvSpPr>
          <p:cNvPr id="143" name="Google Shape;143;p6"/>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Big Data | Jnaneshwar Bohara</a:t>
            </a:r>
            <a:endParaRPr/>
          </a:p>
        </p:txBody>
      </p:sp>
      <p:sp>
        <p:nvSpPr>
          <p:cNvPr id="144" name="Google Shape;144;p6"/>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Source of Big Data</a:t>
            </a:r>
            <a:endParaRPr/>
          </a:p>
        </p:txBody>
      </p:sp>
      <p:sp>
        <p:nvSpPr>
          <p:cNvPr id="150" name="Google Shape;150;p7"/>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2560"/>
              <a:buChar char="●"/>
            </a:pPr>
            <a:r>
              <a:rPr lang="en-US"/>
              <a:t>Where is all this data coming from?</a:t>
            </a:r>
            <a:endParaRPr/>
          </a:p>
          <a:p>
            <a:pPr indent="-342900" lvl="0" marL="342900" rtl="0" algn="l">
              <a:spcBef>
                <a:spcPts val="640"/>
              </a:spcBef>
              <a:spcAft>
                <a:spcPts val="0"/>
              </a:spcAft>
              <a:buSzPts val="2560"/>
              <a:buChar char="●"/>
            </a:pPr>
            <a:r>
              <a:rPr lang="en-US"/>
              <a:t>All sorts of ways:</a:t>
            </a:r>
            <a:endParaRPr/>
          </a:p>
          <a:p>
            <a:pPr indent="-285750" lvl="1" marL="742950" rtl="0" algn="l">
              <a:spcBef>
                <a:spcPts val="560"/>
              </a:spcBef>
              <a:spcAft>
                <a:spcPts val="0"/>
              </a:spcAft>
              <a:buSzPts val="1960"/>
              <a:buChar char="●"/>
            </a:pPr>
            <a:r>
              <a:rPr lang="en-US"/>
              <a:t>Activity Data</a:t>
            </a:r>
            <a:endParaRPr/>
          </a:p>
          <a:p>
            <a:pPr indent="-285750" lvl="1" marL="742950" rtl="0" algn="l">
              <a:spcBef>
                <a:spcPts val="560"/>
              </a:spcBef>
              <a:spcAft>
                <a:spcPts val="0"/>
              </a:spcAft>
              <a:buSzPts val="1960"/>
              <a:buChar char="●"/>
            </a:pPr>
            <a:r>
              <a:rPr lang="en-US"/>
              <a:t>Conversation Data</a:t>
            </a:r>
            <a:endParaRPr/>
          </a:p>
          <a:p>
            <a:pPr indent="-285750" lvl="1" marL="742950" rtl="0" algn="l">
              <a:spcBef>
                <a:spcPts val="560"/>
              </a:spcBef>
              <a:spcAft>
                <a:spcPts val="0"/>
              </a:spcAft>
              <a:buSzPts val="1960"/>
              <a:buChar char="●"/>
            </a:pPr>
            <a:r>
              <a:rPr lang="en-US"/>
              <a:t>Photo and Video Image Data</a:t>
            </a:r>
            <a:endParaRPr/>
          </a:p>
          <a:p>
            <a:pPr indent="-285750" lvl="1" marL="742950" rtl="0" algn="l">
              <a:spcBef>
                <a:spcPts val="560"/>
              </a:spcBef>
              <a:spcAft>
                <a:spcPts val="0"/>
              </a:spcAft>
              <a:buSzPts val="1960"/>
              <a:buChar char="●"/>
            </a:pPr>
            <a:r>
              <a:rPr lang="en-US"/>
              <a:t>Sensor Data</a:t>
            </a:r>
            <a:endParaRPr/>
          </a:p>
          <a:p>
            <a:pPr indent="-285750" lvl="1" marL="742950" rtl="0" algn="l">
              <a:spcBef>
                <a:spcPts val="560"/>
              </a:spcBef>
              <a:spcAft>
                <a:spcPts val="0"/>
              </a:spcAft>
              <a:buSzPts val="1960"/>
              <a:buChar char="●"/>
            </a:pPr>
            <a:r>
              <a:rPr lang="en-US"/>
              <a:t>The Internet of Things Data</a:t>
            </a:r>
            <a:endParaRPr/>
          </a:p>
          <a:p>
            <a:pPr indent="-285750" lvl="1" marL="742950" rtl="0" algn="l">
              <a:spcBef>
                <a:spcPts val="560"/>
              </a:spcBef>
              <a:spcAft>
                <a:spcPts val="0"/>
              </a:spcAft>
              <a:buSzPts val="1960"/>
              <a:buChar char="●"/>
            </a:pPr>
            <a:r>
              <a:rPr lang="en-US"/>
              <a:t>Satellite Data</a:t>
            </a:r>
            <a:endParaRPr/>
          </a:p>
          <a:p>
            <a:pPr indent="-285750" lvl="1" marL="742950" rtl="0" algn="l">
              <a:spcBef>
                <a:spcPts val="560"/>
              </a:spcBef>
              <a:spcAft>
                <a:spcPts val="0"/>
              </a:spcAft>
              <a:buSzPts val="1960"/>
              <a:buChar char="●"/>
            </a:pPr>
            <a:r>
              <a:rPr lang="en-US"/>
              <a:t>Astronomical Data</a:t>
            </a:r>
            <a:endParaRPr/>
          </a:p>
          <a:p>
            <a:pPr indent="-161290" lvl="1" marL="742950" rtl="0" algn="l">
              <a:spcBef>
                <a:spcPts val="560"/>
              </a:spcBef>
              <a:spcAft>
                <a:spcPts val="0"/>
              </a:spcAft>
              <a:buSzPts val="1960"/>
              <a:buNone/>
            </a:pPr>
            <a:r>
              <a:t/>
            </a:r>
            <a:endParaRPr/>
          </a:p>
          <a:p>
            <a:pPr indent="-180340" lvl="0" marL="342900" rtl="0" algn="l">
              <a:spcBef>
                <a:spcPts val="640"/>
              </a:spcBef>
              <a:spcAft>
                <a:spcPts val="0"/>
              </a:spcAft>
              <a:buSzPts val="2560"/>
              <a:buNone/>
            </a:pPr>
            <a:r>
              <a:t/>
            </a:r>
            <a:endParaRPr/>
          </a:p>
        </p:txBody>
      </p:sp>
      <p:sp>
        <p:nvSpPr>
          <p:cNvPr id="151" name="Google Shape;151;p7"/>
          <p:cNvSpPr txBox="1"/>
          <p:nvPr>
            <p:ph idx="12" type="sldNum"/>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52" name="Google Shape;152;p7"/>
          <p:cNvSpPr txBox="1"/>
          <p:nvPr/>
        </p:nvSpPr>
        <p:spPr>
          <a:xfrm>
            <a:off x="5508104" y="5445224"/>
            <a:ext cx="3024336" cy="769441"/>
          </a:xfrm>
          <a:prstGeom prst="rect">
            <a:avLst/>
          </a:prstGeom>
          <a:solidFill>
            <a:schemeClr val="accent1"/>
          </a:solidFill>
          <a:ln cap="flat" cmpd="sng" w="9525">
            <a:solidFill>
              <a:srgbClr val="7030A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Arial"/>
                <a:ea typeface="Arial"/>
                <a:cs typeface="Arial"/>
                <a:sym typeface="Arial"/>
              </a:rPr>
              <a:t>Consider – how much data do you generate?</a:t>
            </a:r>
            <a:endParaRPr/>
          </a:p>
        </p:txBody>
      </p:sp>
      <p:sp>
        <p:nvSpPr>
          <p:cNvPr id="153" name="Google Shape;153;p7"/>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Big Data | Jnaneshwar Bohara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gtEl>
                                        <p:attrNameLst>
                                          <p:attrName>style.visibility</p:attrName>
                                        </p:attrNameLst>
                                      </p:cBhvr>
                                      <p:to>
                                        <p:strVal val="visible"/>
                                      </p:to>
                                    </p:set>
                                    <p:anim calcmode="lin" valueType="num">
                                      <p:cBhvr additive="base">
                                        <p:cTn dur="500"/>
                                        <p:tgtEl>
                                          <p:spTgt spid="15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8"/>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Activity Data</a:t>
            </a:r>
            <a:endParaRPr b="1"/>
          </a:p>
        </p:txBody>
      </p:sp>
      <p:sp>
        <p:nvSpPr>
          <p:cNvPr id="159" name="Google Shape;159;p8"/>
          <p:cNvSpPr txBox="1"/>
          <p:nvPr>
            <p:ph idx="1" type="body"/>
          </p:nvPr>
        </p:nvSpPr>
        <p:spPr>
          <a:xfrm>
            <a:off x="457200" y="1412776"/>
            <a:ext cx="8229600" cy="4968552"/>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SzPct val="80000"/>
              <a:buChar char="●"/>
            </a:pPr>
            <a:r>
              <a:rPr lang="en-US"/>
              <a:t>Simple activities like listening to music or reading a book are now generating data. </a:t>
            </a:r>
            <a:endParaRPr/>
          </a:p>
          <a:p>
            <a:pPr indent="-342900" lvl="0" marL="342900" rtl="0" algn="l">
              <a:spcBef>
                <a:spcPts val="544"/>
              </a:spcBef>
              <a:spcAft>
                <a:spcPts val="0"/>
              </a:spcAft>
              <a:buSzPct val="80000"/>
              <a:buChar char="●"/>
            </a:pPr>
            <a:r>
              <a:rPr lang="en-US"/>
              <a:t>Digital music players and eBooks collect data on our activities. </a:t>
            </a:r>
            <a:endParaRPr/>
          </a:p>
          <a:p>
            <a:pPr indent="-342900" lvl="0" marL="342900" rtl="0" algn="l">
              <a:spcBef>
                <a:spcPts val="544"/>
              </a:spcBef>
              <a:spcAft>
                <a:spcPts val="0"/>
              </a:spcAft>
              <a:buSzPct val="80000"/>
              <a:buChar char="●"/>
            </a:pPr>
            <a:r>
              <a:rPr lang="en-US"/>
              <a:t>Your smart phone collects data on how you use it </a:t>
            </a:r>
            <a:endParaRPr/>
          </a:p>
          <a:p>
            <a:pPr indent="-342900" lvl="0" marL="342900" rtl="0" algn="l">
              <a:spcBef>
                <a:spcPts val="544"/>
              </a:spcBef>
              <a:spcAft>
                <a:spcPts val="0"/>
              </a:spcAft>
              <a:buSzPct val="80000"/>
              <a:buChar char="●"/>
            </a:pPr>
            <a:r>
              <a:rPr lang="en-US"/>
              <a:t>Your web browser collects information on what you are searching for. </a:t>
            </a:r>
            <a:endParaRPr/>
          </a:p>
          <a:p>
            <a:pPr indent="-342900" lvl="0" marL="342900" rtl="0" algn="l">
              <a:spcBef>
                <a:spcPts val="544"/>
              </a:spcBef>
              <a:spcAft>
                <a:spcPts val="0"/>
              </a:spcAft>
              <a:buSzPct val="80000"/>
              <a:buChar char="●"/>
            </a:pPr>
            <a:r>
              <a:rPr lang="en-US"/>
              <a:t>Your credit card company collects data on where you shop.</a:t>
            </a:r>
            <a:endParaRPr/>
          </a:p>
          <a:p>
            <a:pPr indent="-342900" lvl="0" marL="342900" rtl="0" algn="l">
              <a:spcBef>
                <a:spcPts val="544"/>
              </a:spcBef>
              <a:spcAft>
                <a:spcPts val="0"/>
              </a:spcAft>
              <a:buSzPct val="80000"/>
              <a:buChar char="●"/>
            </a:pPr>
            <a:r>
              <a:rPr lang="en-US"/>
              <a:t>Your shop collects data on what you buy. </a:t>
            </a:r>
            <a:endParaRPr/>
          </a:p>
          <a:p>
            <a:pPr indent="-342900" lvl="0" marL="342900" rtl="0" algn="l">
              <a:spcBef>
                <a:spcPts val="544"/>
              </a:spcBef>
              <a:spcAft>
                <a:spcPts val="0"/>
              </a:spcAft>
              <a:buSzPct val="80000"/>
              <a:buChar char="●"/>
            </a:pPr>
            <a:r>
              <a:rPr lang="en-US"/>
              <a:t>It is hard to imagine any activity that does not   generate data.</a:t>
            </a:r>
            <a:endParaRPr/>
          </a:p>
          <a:p>
            <a:pPr indent="-204723" lvl="0" marL="342900" rtl="0" algn="l">
              <a:spcBef>
                <a:spcPts val="544"/>
              </a:spcBef>
              <a:spcAft>
                <a:spcPts val="0"/>
              </a:spcAft>
              <a:buSzPct val="80000"/>
              <a:buNone/>
            </a:pPr>
            <a:r>
              <a:t/>
            </a:r>
            <a:endParaRPr/>
          </a:p>
        </p:txBody>
      </p:sp>
      <p:sp>
        <p:nvSpPr>
          <p:cNvPr id="160" name="Google Shape;160;p8"/>
          <p:cNvSpPr txBox="1"/>
          <p:nvPr>
            <p:ph idx="12" type="sldNum"/>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61" name="Google Shape;161;p8"/>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Big Data | Jnaneshwar Bohara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9"/>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Conversation Data</a:t>
            </a:r>
            <a:endParaRPr/>
          </a:p>
        </p:txBody>
      </p:sp>
      <p:sp>
        <p:nvSpPr>
          <p:cNvPr id="167" name="Google Shape;167;p9"/>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80000"/>
              <a:buChar char="●"/>
            </a:pPr>
            <a:r>
              <a:rPr lang="en-US"/>
              <a:t>Our conversations are now digitally recorded. </a:t>
            </a:r>
            <a:endParaRPr/>
          </a:p>
          <a:p>
            <a:pPr indent="-342900" lvl="0" marL="342900" rtl="0" algn="l">
              <a:spcBef>
                <a:spcPts val="592"/>
              </a:spcBef>
              <a:spcAft>
                <a:spcPts val="0"/>
              </a:spcAft>
              <a:buSzPct val="80000"/>
              <a:buChar char="●"/>
            </a:pPr>
            <a:r>
              <a:rPr lang="en-US"/>
              <a:t>It started with emails but nowadays even conversations leave a digital trail. </a:t>
            </a:r>
            <a:endParaRPr/>
          </a:p>
          <a:p>
            <a:pPr indent="-285750" lvl="1" marL="742950" rtl="0" algn="l">
              <a:spcBef>
                <a:spcPts val="518"/>
              </a:spcBef>
              <a:spcAft>
                <a:spcPts val="0"/>
              </a:spcAft>
              <a:buSzPct val="70000"/>
              <a:buChar char="●"/>
            </a:pPr>
            <a:r>
              <a:rPr lang="en-US"/>
              <a:t>Conversations are not just verbal ones.</a:t>
            </a:r>
            <a:endParaRPr/>
          </a:p>
          <a:p>
            <a:pPr indent="-285750" lvl="1" marL="742950" rtl="0" algn="l">
              <a:spcBef>
                <a:spcPts val="518"/>
              </a:spcBef>
              <a:spcAft>
                <a:spcPts val="0"/>
              </a:spcAft>
              <a:buSzPct val="70000"/>
              <a:buChar char="●"/>
            </a:pPr>
            <a:r>
              <a:rPr lang="en-US"/>
              <a:t>Do you use Social Media?</a:t>
            </a:r>
            <a:endParaRPr/>
          </a:p>
          <a:p>
            <a:pPr indent="-228600" lvl="2" marL="1143000" rtl="0" algn="l">
              <a:spcBef>
                <a:spcPts val="444"/>
              </a:spcBef>
              <a:spcAft>
                <a:spcPts val="0"/>
              </a:spcAft>
              <a:buSzPct val="65000"/>
              <a:buChar char="●"/>
            </a:pPr>
            <a:r>
              <a:rPr lang="en-US"/>
              <a:t>Just think of all the conversations people have on sites like Facebook, Twitter, LinkedIn, etc. </a:t>
            </a:r>
            <a:endParaRPr/>
          </a:p>
          <a:p>
            <a:pPr indent="-342900" lvl="0" marL="342900" rtl="0" algn="l">
              <a:spcBef>
                <a:spcPts val="592"/>
              </a:spcBef>
              <a:spcAft>
                <a:spcPts val="0"/>
              </a:spcAft>
              <a:buSzPct val="80000"/>
              <a:buChar char="●"/>
            </a:pPr>
            <a:r>
              <a:rPr lang="en-US"/>
              <a:t>Even many of our phone conversations are digitally recorded.</a:t>
            </a:r>
            <a:endParaRPr/>
          </a:p>
          <a:p>
            <a:pPr indent="-285750" lvl="1" marL="742950" rtl="0" algn="l">
              <a:spcBef>
                <a:spcPts val="518"/>
              </a:spcBef>
              <a:spcAft>
                <a:spcPts val="0"/>
              </a:spcAft>
              <a:buSzPct val="70000"/>
              <a:buChar char="●"/>
            </a:pPr>
            <a:r>
              <a:rPr lang="en-US">
                <a:solidFill>
                  <a:srgbClr val="0033CC"/>
                </a:solidFill>
              </a:rPr>
              <a:t>“Your call may be recorded…..” </a:t>
            </a:r>
            <a:endParaRPr/>
          </a:p>
          <a:p>
            <a:pPr indent="-192532" lvl="0" marL="342900" rtl="0" algn="l">
              <a:spcBef>
                <a:spcPts val="592"/>
              </a:spcBef>
              <a:spcAft>
                <a:spcPts val="0"/>
              </a:spcAft>
              <a:buSzPct val="80000"/>
              <a:buNone/>
            </a:pPr>
            <a:r>
              <a:t/>
            </a:r>
            <a:endParaRPr/>
          </a:p>
        </p:txBody>
      </p:sp>
      <p:sp>
        <p:nvSpPr>
          <p:cNvPr id="168" name="Google Shape;168;p9"/>
          <p:cNvSpPr txBox="1"/>
          <p:nvPr>
            <p:ph idx="12" type="sldNum"/>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69" name="Google Shape;169;p9"/>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Big Data | Jnaneshwar Bohara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1" marL="0" rtl="0" algn="ctr">
              <a:spcBef>
                <a:spcPts val="0"/>
              </a:spcBef>
              <a:spcAft>
                <a:spcPts val="0"/>
              </a:spcAft>
              <a:buNone/>
            </a:pPr>
            <a:r>
              <a:rPr b="1" lang="en-US"/>
              <a:t>Photo and Video Image Data</a:t>
            </a:r>
            <a:endParaRPr/>
          </a:p>
        </p:txBody>
      </p:sp>
      <p:sp>
        <p:nvSpPr>
          <p:cNvPr id="175" name="Google Shape;175;p10"/>
          <p:cNvSpPr txBox="1"/>
          <p:nvPr>
            <p:ph idx="1" type="body"/>
          </p:nvPr>
        </p:nvSpPr>
        <p:spPr>
          <a:xfrm>
            <a:off x="457200" y="1412776"/>
            <a:ext cx="8229600" cy="4968552"/>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SzPct val="80000"/>
              <a:buChar char="●"/>
            </a:pPr>
            <a:r>
              <a:rPr lang="en-US"/>
              <a:t>Do you take a picture on your smart phones or digital cameras? </a:t>
            </a:r>
            <a:endParaRPr/>
          </a:p>
          <a:p>
            <a:pPr indent="-285750" lvl="1" marL="742950" rtl="0" algn="l">
              <a:spcBef>
                <a:spcPts val="434"/>
              </a:spcBef>
              <a:spcAft>
                <a:spcPts val="0"/>
              </a:spcAft>
              <a:buSzPct val="70000"/>
              <a:buChar char="●"/>
            </a:pPr>
            <a:r>
              <a:rPr lang="en-US"/>
              <a:t>Digital cameras now come with Wi-Fi!</a:t>
            </a:r>
            <a:endParaRPr/>
          </a:p>
          <a:p>
            <a:pPr indent="-342900" lvl="0" marL="342900" rtl="0" algn="l">
              <a:spcBef>
                <a:spcPts val="496"/>
              </a:spcBef>
              <a:spcAft>
                <a:spcPts val="0"/>
              </a:spcAft>
              <a:buSzPct val="80000"/>
              <a:buChar char="●"/>
            </a:pPr>
            <a:r>
              <a:rPr lang="en-US"/>
              <a:t>Do you just store these picture on your device?</a:t>
            </a:r>
            <a:endParaRPr/>
          </a:p>
          <a:p>
            <a:pPr indent="-285750" lvl="1" marL="742950" rtl="0" algn="l">
              <a:spcBef>
                <a:spcPts val="434"/>
              </a:spcBef>
              <a:spcAft>
                <a:spcPts val="0"/>
              </a:spcAft>
              <a:buSzPct val="70000"/>
              <a:buChar char="●"/>
            </a:pPr>
            <a:r>
              <a:rPr lang="en-US"/>
              <a:t>No - people upload and share 100s of thousands of them on social media sites every second. </a:t>
            </a:r>
            <a:endParaRPr/>
          </a:p>
          <a:p>
            <a:pPr indent="-342900" lvl="0" marL="342900" rtl="0" algn="l">
              <a:spcBef>
                <a:spcPts val="496"/>
              </a:spcBef>
              <a:spcAft>
                <a:spcPts val="0"/>
              </a:spcAft>
              <a:buSzPct val="80000"/>
              <a:buChar char="●"/>
            </a:pPr>
            <a:r>
              <a:rPr lang="en-US"/>
              <a:t>The increasing amounts of CCTV cameras take video images</a:t>
            </a:r>
            <a:endParaRPr/>
          </a:p>
          <a:p>
            <a:pPr indent="-285750" lvl="1" marL="742950" rtl="0" algn="l">
              <a:spcBef>
                <a:spcPts val="434"/>
              </a:spcBef>
              <a:spcAft>
                <a:spcPts val="0"/>
              </a:spcAft>
              <a:buSzPct val="70000"/>
              <a:buChar char="●"/>
            </a:pPr>
            <a:r>
              <a:rPr lang="en-US"/>
              <a:t>Bus, train, Asda self scanning machines!</a:t>
            </a:r>
            <a:endParaRPr/>
          </a:p>
          <a:p>
            <a:pPr indent="-285750" lvl="1" marL="742950" rtl="0" algn="l">
              <a:spcBef>
                <a:spcPts val="434"/>
              </a:spcBef>
              <a:spcAft>
                <a:spcPts val="0"/>
              </a:spcAft>
              <a:buSzPct val="70000"/>
              <a:buChar char="●"/>
            </a:pPr>
            <a:r>
              <a:rPr lang="en-US"/>
              <a:t>You can see evidence of this when something goes wrong and the Police show pictures from all sorts of CCTV cameras</a:t>
            </a:r>
            <a:endParaRPr/>
          </a:p>
          <a:p>
            <a:pPr indent="-342900" lvl="0" marL="342900" rtl="0" algn="l">
              <a:spcBef>
                <a:spcPts val="496"/>
              </a:spcBef>
              <a:spcAft>
                <a:spcPts val="0"/>
              </a:spcAft>
              <a:buSzPct val="80000"/>
              <a:buChar char="●"/>
            </a:pPr>
            <a:r>
              <a:rPr lang="en-US"/>
              <a:t>People up-load hundreds of hours of video images to YouTube and other sites every minute. </a:t>
            </a:r>
            <a:endParaRPr>
              <a:latin typeface="Calibri"/>
              <a:ea typeface="Calibri"/>
              <a:cs typeface="Calibri"/>
              <a:sym typeface="Calibri"/>
            </a:endParaRPr>
          </a:p>
          <a:p>
            <a:pPr indent="-216916" lvl="0" marL="342900" rtl="0" algn="l">
              <a:spcBef>
                <a:spcPts val="496"/>
              </a:spcBef>
              <a:spcAft>
                <a:spcPts val="0"/>
              </a:spcAft>
              <a:buSzPct val="80000"/>
              <a:buNone/>
            </a:pPr>
            <a:r>
              <a:t/>
            </a:r>
            <a:endParaRPr/>
          </a:p>
        </p:txBody>
      </p:sp>
      <p:sp>
        <p:nvSpPr>
          <p:cNvPr id="176" name="Google Shape;176;p10"/>
          <p:cNvSpPr txBox="1"/>
          <p:nvPr>
            <p:ph idx="12" type="sldNum"/>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77" name="Google Shape;177;p10"/>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Big Data | Jnaneshwar Bohara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1"/>
          <p:cNvSpPr txBox="1"/>
          <p:nvPr>
            <p:ph type="title"/>
          </p:nvPr>
        </p:nvSpPr>
        <p:spPr>
          <a:xfrm>
            <a:off x="467544" y="260649"/>
            <a:ext cx="8229600" cy="72008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Sensor Data</a:t>
            </a:r>
            <a:endParaRPr/>
          </a:p>
        </p:txBody>
      </p:sp>
      <p:sp>
        <p:nvSpPr>
          <p:cNvPr id="183" name="Google Shape;183;p11"/>
          <p:cNvSpPr txBox="1"/>
          <p:nvPr>
            <p:ph idx="1" type="body"/>
          </p:nvPr>
        </p:nvSpPr>
        <p:spPr>
          <a:xfrm>
            <a:off x="457200" y="980728"/>
            <a:ext cx="8229600" cy="5760640"/>
          </a:xfrm>
          <a:prstGeom prst="rect">
            <a:avLst/>
          </a:prstGeom>
          <a:noFill/>
          <a:ln>
            <a:noFill/>
          </a:ln>
        </p:spPr>
        <p:txBody>
          <a:bodyPr anchorCtr="0" anchor="t" bIns="45700" lIns="91425" spcFirstLastPara="1" rIns="91425" wrap="square" tIns="45700">
            <a:normAutofit fontScale="92500" lnSpcReduction="20000"/>
          </a:bodyPr>
          <a:lstStyle/>
          <a:p>
            <a:pPr indent="-192532" lvl="0" marL="342900" rtl="0" algn="l">
              <a:spcBef>
                <a:spcPts val="0"/>
              </a:spcBef>
              <a:spcAft>
                <a:spcPts val="0"/>
              </a:spcAft>
              <a:buSzPct val="80000"/>
              <a:buNone/>
            </a:pPr>
            <a:r>
              <a:t/>
            </a:r>
            <a:endParaRPr/>
          </a:p>
          <a:p>
            <a:pPr indent="-342900" lvl="0" marL="342900" rtl="0" algn="l">
              <a:spcBef>
                <a:spcPts val="592"/>
              </a:spcBef>
              <a:spcAft>
                <a:spcPts val="0"/>
              </a:spcAft>
              <a:buSzPct val="80000"/>
              <a:buChar char="●"/>
            </a:pPr>
            <a:r>
              <a:rPr lang="en-US"/>
              <a:t>We are increasingly surrounded by sensors that collect and share data. </a:t>
            </a:r>
            <a:endParaRPr/>
          </a:p>
          <a:p>
            <a:pPr indent="-342900" lvl="0" marL="342900" rtl="0" algn="l">
              <a:spcBef>
                <a:spcPts val="592"/>
              </a:spcBef>
              <a:spcAft>
                <a:spcPts val="0"/>
              </a:spcAft>
              <a:buSzPct val="80000"/>
              <a:buChar char="●"/>
            </a:pPr>
            <a:r>
              <a:rPr lang="en-US"/>
              <a:t>Think about your smart phone</a:t>
            </a:r>
            <a:endParaRPr/>
          </a:p>
          <a:p>
            <a:pPr indent="-285750" lvl="1" marL="742950" rtl="0" algn="l">
              <a:spcBef>
                <a:spcPts val="518"/>
              </a:spcBef>
              <a:spcAft>
                <a:spcPts val="0"/>
              </a:spcAft>
              <a:buSzPct val="70000"/>
              <a:buChar char="●"/>
            </a:pPr>
            <a:r>
              <a:rPr lang="en-US"/>
              <a:t>It contains a global positioning sensor (GPS) to track exactly where you are every second of the day. </a:t>
            </a:r>
            <a:endParaRPr/>
          </a:p>
          <a:p>
            <a:pPr indent="-285750" lvl="1" marL="742950" rtl="0" algn="l">
              <a:spcBef>
                <a:spcPts val="518"/>
              </a:spcBef>
              <a:spcAft>
                <a:spcPts val="0"/>
              </a:spcAft>
              <a:buSzPct val="70000"/>
              <a:buChar char="●"/>
            </a:pPr>
            <a:r>
              <a:rPr lang="en-US"/>
              <a:t>It includes an accelometer to track the speed and direction at which you are travelling. </a:t>
            </a:r>
            <a:endParaRPr/>
          </a:p>
          <a:p>
            <a:pPr indent="-342900" lvl="0" marL="342900" rtl="0" algn="l">
              <a:spcBef>
                <a:spcPts val="592"/>
              </a:spcBef>
              <a:spcAft>
                <a:spcPts val="0"/>
              </a:spcAft>
              <a:buSzPct val="80000"/>
              <a:buChar char="●"/>
            </a:pPr>
            <a:r>
              <a:rPr lang="en-US"/>
              <a:t>We now have sensors in many other devices and products.</a:t>
            </a:r>
            <a:endParaRPr/>
          </a:p>
          <a:p>
            <a:pPr indent="-285750" lvl="1" marL="742950" rtl="0" algn="l">
              <a:spcBef>
                <a:spcPts val="518"/>
              </a:spcBef>
              <a:spcAft>
                <a:spcPts val="0"/>
              </a:spcAft>
              <a:buSzPct val="70000"/>
              <a:buChar char="●"/>
            </a:pPr>
            <a:r>
              <a:rPr lang="en-US"/>
              <a:t>Could this lead to security issues?</a:t>
            </a:r>
            <a:endParaRPr/>
          </a:p>
          <a:p>
            <a:pPr indent="-228600" lvl="2" marL="1143000" rtl="0" algn="l">
              <a:spcBef>
                <a:spcPts val="481"/>
              </a:spcBef>
              <a:spcAft>
                <a:spcPts val="0"/>
              </a:spcAft>
              <a:buSzPct val="64999"/>
              <a:buChar char="●"/>
            </a:pPr>
            <a:r>
              <a:rPr lang="en-US" sz="2600"/>
              <a:t>Burglars could analyse the data to see if there is a regular slot when your house might be empty</a:t>
            </a:r>
            <a:endParaRPr sz="2300"/>
          </a:p>
        </p:txBody>
      </p:sp>
      <p:sp>
        <p:nvSpPr>
          <p:cNvPr id="184" name="Google Shape;184;p11"/>
          <p:cNvSpPr txBox="1"/>
          <p:nvPr>
            <p:ph idx="12" type="sldNum"/>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85" name="Google Shape;185;p11"/>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Big Data | Jnaneshwar Bohara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2"/>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Internet of Things (IoT) Data</a:t>
            </a:r>
            <a:endParaRPr/>
          </a:p>
        </p:txBody>
      </p:sp>
      <p:sp>
        <p:nvSpPr>
          <p:cNvPr id="191" name="Google Shape;191;p12"/>
          <p:cNvSpPr txBox="1"/>
          <p:nvPr>
            <p:ph idx="1" type="body"/>
          </p:nvPr>
        </p:nvSpPr>
        <p:spPr>
          <a:xfrm>
            <a:off x="457200" y="1412776"/>
            <a:ext cx="8229600" cy="5040560"/>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SzPct val="80000"/>
              <a:buChar char="●"/>
            </a:pPr>
            <a:r>
              <a:rPr lang="en-US"/>
              <a:t>We now have:</a:t>
            </a:r>
            <a:endParaRPr/>
          </a:p>
          <a:p>
            <a:pPr indent="-285750" lvl="1" marL="742950" rtl="0" algn="l">
              <a:spcBef>
                <a:spcPts val="476"/>
              </a:spcBef>
              <a:spcAft>
                <a:spcPts val="0"/>
              </a:spcAft>
              <a:buSzPct val="70000"/>
              <a:buChar char="●"/>
            </a:pPr>
            <a:r>
              <a:rPr lang="en-US"/>
              <a:t>smart watches, smart fridges and smart alarms. </a:t>
            </a:r>
            <a:endParaRPr/>
          </a:p>
          <a:p>
            <a:pPr indent="-285750" lvl="1" marL="742950" rtl="0" algn="l">
              <a:spcBef>
                <a:spcPts val="476"/>
              </a:spcBef>
              <a:spcAft>
                <a:spcPts val="0"/>
              </a:spcAft>
              <a:buSzPct val="70000"/>
              <a:buChar char="●"/>
            </a:pPr>
            <a:r>
              <a:rPr lang="en-US"/>
              <a:t>smart TVs that are able to collect and process data.</a:t>
            </a:r>
            <a:endParaRPr/>
          </a:p>
          <a:p>
            <a:pPr indent="-228600" lvl="2" marL="1143000" rtl="0" algn="l">
              <a:spcBef>
                <a:spcPts val="408"/>
              </a:spcBef>
              <a:spcAft>
                <a:spcPts val="0"/>
              </a:spcAft>
              <a:buSzPct val="65000"/>
              <a:buChar char="●"/>
            </a:pPr>
            <a:r>
              <a:rPr lang="en-US"/>
              <a:t>Samsung caused worries that their TVs could also listen to your conversations (Guardian 11</a:t>
            </a:r>
            <a:r>
              <a:rPr baseline="30000" lang="en-US"/>
              <a:t>th</a:t>
            </a:r>
            <a:r>
              <a:rPr lang="en-US"/>
              <a:t> Feb 2015):</a:t>
            </a:r>
            <a:endParaRPr/>
          </a:p>
          <a:p>
            <a:pPr indent="-228600" lvl="2" marL="1143000" rtl="0" algn="l">
              <a:spcBef>
                <a:spcPts val="408"/>
              </a:spcBef>
              <a:spcAft>
                <a:spcPts val="0"/>
              </a:spcAft>
              <a:buSzPct val="65000"/>
              <a:buChar char="●"/>
            </a:pPr>
            <a:r>
              <a:rPr lang="en-US" u="sng">
                <a:solidFill>
                  <a:schemeClr val="hlink"/>
                </a:solidFill>
                <a:hlinkClick r:id="rId3"/>
              </a:rPr>
              <a:t>A line buried in a Samsung Smart TV privacy policy</a:t>
            </a:r>
            <a:r>
              <a:rPr lang="en-US"/>
              <a:t> describes how “spoken words” will be “captured and transmitted from a third party” through a voice command function.</a:t>
            </a:r>
            <a:endParaRPr/>
          </a:p>
          <a:p>
            <a:pPr indent="-342900" lvl="0" marL="342900" rtl="0" algn="l">
              <a:spcBef>
                <a:spcPts val="544"/>
              </a:spcBef>
              <a:spcAft>
                <a:spcPts val="0"/>
              </a:spcAft>
              <a:buSzPct val="80000"/>
              <a:buChar char="●"/>
            </a:pPr>
            <a:r>
              <a:rPr lang="en-US"/>
              <a:t>The Internet of Things, or Internet of Everything connects these devices.</a:t>
            </a:r>
            <a:endParaRPr/>
          </a:p>
          <a:p>
            <a:pPr indent="-285750" lvl="1" marL="742950" rtl="0" algn="l">
              <a:spcBef>
                <a:spcPts val="408"/>
              </a:spcBef>
              <a:spcAft>
                <a:spcPts val="0"/>
              </a:spcAft>
              <a:buSzPct val="70000"/>
              <a:buChar char="●"/>
            </a:pPr>
            <a:r>
              <a:rPr lang="en-US" sz="2400"/>
              <a:t>For example, the traffic sensors on the road send data to your alarm clock, which will wake you up earlier than planned because the blocked road means you have to leave earlier to make your 9am meeting… </a:t>
            </a:r>
            <a:endParaRPr/>
          </a:p>
          <a:p>
            <a:pPr indent="-204723" lvl="0" marL="342900" rtl="0" algn="l">
              <a:spcBef>
                <a:spcPts val="544"/>
              </a:spcBef>
              <a:spcAft>
                <a:spcPts val="0"/>
              </a:spcAft>
              <a:buSzPct val="80000"/>
              <a:buNone/>
            </a:pPr>
            <a:r>
              <a:t/>
            </a:r>
            <a:endParaRPr/>
          </a:p>
        </p:txBody>
      </p:sp>
      <p:sp>
        <p:nvSpPr>
          <p:cNvPr id="192" name="Google Shape;192;p12"/>
          <p:cNvSpPr txBox="1"/>
          <p:nvPr>
            <p:ph idx="12" type="sldNum"/>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93" name="Google Shape;193;p12"/>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Big Data | Jnaneshwar Bohara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3"/>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Satellite Data</a:t>
            </a:r>
            <a:endParaRPr/>
          </a:p>
        </p:txBody>
      </p:sp>
      <p:sp>
        <p:nvSpPr>
          <p:cNvPr id="199" name="Google Shape;199;p13"/>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SzPct val="80000"/>
              <a:buChar char="●"/>
            </a:pPr>
            <a:r>
              <a:rPr lang="en-US"/>
              <a:t>1000s of satellites constantly sent streams of information back to earth.</a:t>
            </a:r>
            <a:endParaRPr/>
          </a:p>
          <a:p>
            <a:pPr indent="-342900" lvl="0" marL="342900" rtl="0" algn="just">
              <a:spcBef>
                <a:spcPts val="592"/>
              </a:spcBef>
              <a:spcAft>
                <a:spcPts val="0"/>
              </a:spcAft>
              <a:buSzPct val="80000"/>
              <a:buChar char="●"/>
            </a:pPr>
            <a:r>
              <a:rPr lang="en-US"/>
              <a:t>All sorts of reasons:</a:t>
            </a:r>
            <a:endParaRPr/>
          </a:p>
          <a:p>
            <a:pPr indent="-285750" lvl="1" marL="742950" rtl="0" algn="just">
              <a:spcBef>
                <a:spcPts val="518"/>
              </a:spcBef>
              <a:spcAft>
                <a:spcPts val="0"/>
              </a:spcAft>
              <a:buSzPct val="70000"/>
              <a:buChar char="●"/>
            </a:pPr>
            <a:r>
              <a:rPr lang="en-US"/>
              <a:t>The National Oceanic and Atmospheric Administration (NOAA) manages a constellation of geostationary and polar-orbiting meteorological spacecraft  providing:</a:t>
            </a:r>
            <a:endParaRPr/>
          </a:p>
          <a:p>
            <a:pPr indent="-228600" lvl="2" marL="1143000" rtl="0" algn="just">
              <a:spcBef>
                <a:spcPts val="444"/>
              </a:spcBef>
              <a:spcAft>
                <a:spcPts val="0"/>
              </a:spcAft>
              <a:buSzPct val="65000"/>
              <a:buChar char="●"/>
            </a:pPr>
            <a:r>
              <a:rPr lang="en-US"/>
              <a:t>Atmospheric Data</a:t>
            </a:r>
            <a:endParaRPr/>
          </a:p>
          <a:p>
            <a:pPr indent="-228600" lvl="2" marL="1143000" rtl="0" algn="just">
              <a:spcBef>
                <a:spcPts val="444"/>
              </a:spcBef>
              <a:spcAft>
                <a:spcPts val="0"/>
              </a:spcAft>
              <a:buSzPct val="65000"/>
              <a:buChar char="●"/>
            </a:pPr>
            <a:r>
              <a:rPr lang="en-US"/>
              <a:t>Oceanic Data</a:t>
            </a:r>
            <a:endParaRPr/>
          </a:p>
          <a:p>
            <a:pPr indent="-285750" lvl="1" marL="742950" rtl="0" algn="just">
              <a:spcBef>
                <a:spcPts val="518"/>
              </a:spcBef>
              <a:spcAft>
                <a:spcPts val="0"/>
              </a:spcAft>
              <a:buSzPct val="70000"/>
              <a:buChar char="●"/>
            </a:pPr>
            <a:r>
              <a:rPr lang="en-US"/>
              <a:t>Some of these datasets can be found here:</a:t>
            </a:r>
            <a:endParaRPr/>
          </a:p>
          <a:p>
            <a:pPr indent="-228600" lvl="2" marL="1143000" rtl="0" algn="just">
              <a:spcBef>
                <a:spcPts val="444"/>
              </a:spcBef>
              <a:spcAft>
                <a:spcPts val="0"/>
              </a:spcAft>
              <a:buSzPct val="65000"/>
              <a:buChar char="●"/>
            </a:pPr>
            <a:r>
              <a:rPr lang="en-US" u="sng">
                <a:solidFill>
                  <a:schemeClr val="hlink"/>
                </a:solidFill>
                <a:hlinkClick r:id="rId3"/>
              </a:rPr>
              <a:t>http://www.ncdc.noaa.gov/data-access/satellite-data/satellite-data-access-datasets</a:t>
            </a:r>
            <a:r>
              <a:rPr lang="en-US"/>
              <a:t> </a:t>
            </a:r>
            <a:endParaRPr/>
          </a:p>
        </p:txBody>
      </p:sp>
      <p:sp>
        <p:nvSpPr>
          <p:cNvPr id="200" name="Google Shape;200;p13"/>
          <p:cNvSpPr txBox="1"/>
          <p:nvPr>
            <p:ph idx="12" type="sldNum"/>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01" name="Google Shape;201;p13"/>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Big Data | Jnaneshwar Bohara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4"/>
          <p:cNvSpPr txBox="1"/>
          <p:nvPr>
            <p:ph type="title"/>
          </p:nvPr>
        </p:nvSpPr>
        <p:spPr>
          <a:xfrm>
            <a:off x="395536" y="260648"/>
            <a:ext cx="8229600" cy="88356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Astronomical Data</a:t>
            </a:r>
            <a:endParaRPr/>
          </a:p>
        </p:txBody>
      </p:sp>
      <p:sp>
        <p:nvSpPr>
          <p:cNvPr id="207" name="Google Shape;207;p14"/>
          <p:cNvSpPr txBox="1"/>
          <p:nvPr>
            <p:ph idx="1" type="body"/>
          </p:nvPr>
        </p:nvSpPr>
        <p:spPr>
          <a:xfrm>
            <a:off x="395535" y="1052736"/>
            <a:ext cx="8539285" cy="2175994"/>
          </a:xfrm>
          <a:prstGeom prst="rect">
            <a:avLst/>
          </a:prstGeom>
          <a:noFill/>
          <a:ln>
            <a:noFill/>
          </a:ln>
        </p:spPr>
        <p:txBody>
          <a:bodyPr anchorCtr="0" anchor="t" bIns="45700" lIns="91425" spcFirstLastPara="1" rIns="91425" wrap="square" tIns="45700">
            <a:normAutofit fontScale="70000" lnSpcReduction="20000"/>
          </a:bodyPr>
          <a:lstStyle/>
          <a:p>
            <a:pPr indent="-229108" lvl="0" marL="342900" rtl="0" algn="l">
              <a:spcBef>
                <a:spcPts val="0"/>
              </a:spcBef>
              <a:spcAft>
                <a:spcPts val="0"/>
              </a:spcAft>
              <a:buSzPct val="80000"/>
              <a:buNone/>
            </a:pPr>
            <a:r>
              <a:t/>
            </a:r>
            <a:endParaRPr>
              <a:solidFill>
                <a:srgbClr val="0033CC"/>
              </a:solidFill>
            </a:endParaRPr>
          </a:p>
          <a:p>
            <a:pPr indent="-342900" lvl="0" marL="342900" rtl="0" algn="l">
              <a:spcBef>
                <a:spcPts val="448"/>
              </a:spcBef>
              <a:spcAft>
                <a:spcPts val="0"/>
              </a:spcAft>
              <a:buSzPct val="80000"/>
              <a:buChar char="●"/>
            </a:pPr>
            <a:r>
              <a:rPr lang="en-US">
                <a:solidFill>
                  <a:srgbClr val="0033CC"/>
                </a:solidFill>
              </a:rPr>
              <a:t>Hubble Space Telescope</a:t>
            </a:r>
            <a:endParaRPr/>
          </a:p>
          <a:p>
            <a:pPr indent="-285750" lvl="1" marL="742950" rtl="0" algn="l">
              <a:spcBef>
                <a:spcPts val="392"/>
              </a:spcBef>
              <a:spcAft>
                <a:spcPts val="0"/>
              </a:spcAft>
              <a:buSzPct val="70000"/>
              <a:buChar char="●"/>
            </a:pPr>
            <a:r>
              <a:rPr lang="en-US"/>
              <a:t>Hubble transmits about 120 gigabytes of science data every week. </a:t>
            </a:r>
            <a:endParaRPr/>
          </a:p>
          <a:p>
            <a:pPr indent="-285750" lvl="1" marL="742950" rtl="0" algn="l">
              <a:spcBef>
                <a:spcPts val="392"/>
              </a:spcBef>
              <a:spcAft>
                <a:spcPts val="0"/>
              </a:spcAft>
              <a:buSzPct val="70000"/>
              <a:buChar char="●"/>
            </a:pPr>
            <a:r>
              <a:rPr lang="en-US"/>
              <a:t>That's equal to about 3,600 feet (1,097 meters) of books on a shelf. </a:t>
            </a:r>
            <a:endParaRPr/>
          </a:p>
          <a:p>
            <a:pPr indent="-228600" lvl="2" marL="1143000" rtl="0" algn="l">
              <a:spcBef>
                <a:spcPts val="336"/>
              </a:spcBef>
              <a:spcAft>
                <a:spcPts val="0"/>
              </a:spcAft>
              <a:buSzPct val="65000"/>
              <a:buChar char="●"/>
            </a:pPr>
            <a:r>
              <a:rPr lang="en-US"/>
              <a:t>The rapidly growing collection of pictures and data is stored on magneto-optical disks. </a:t>
            </a:r>
            <a:endParaRPr/>
          </a:p>
        </p:txBody>
      </p:sp>
      <p:sp>
        <p:nvSpPr>
          <p:cNvPr id="208" name="Google Shape;208;p14"/>
          <p:cNvSpPr txBox="1"/>
          <p:nvPr>
            <p:ph idx="12" type="sldNum"/>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209" name="Google Shape;209;p14"/>
          <p:cNvPicPr preferRelativeResize="0"/>
          <p:nvPr/>
        </p:nvPicPr>
        <p:blipFill rotWithShape="1">
          <a:blip r:embed="rId3">
            <a:alphaModFix/>
          </a:blip>
          <a:srcRect b="0" l="0" r="0" t="0"/>
          <a:stretch/>
        </p:blipFill>
        <p:spPr>
          <a:xfrm>
            <a:off x="6660232" y="3027618"/>
            <a:ext cx="2375260" cy="3702968"/>
          </a:xfrm>
          <a:prstGeom prst="rect">
            <a:avLst/>
          </a:prstGeom>
          <a:noFill/>
          <a:ln>
            <a:noFill/>
          </a:ln>
        </p:spPr>
      </p:pic>
      <p:sp>
        <p:nvSpPr>
          <p:cNvPr id="210" name="Google Shape;210;p14"/>
          <p:cNvSpPr/>
          <p:nvPr/>
        </p:nvSpPr>
        <p:spPr>
          <a:xfrm>
            <a:off x="395534" y="2961819"/>
            <a:ext cx="5948001" cy="3170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33CC"/>
                </a:solidFill>
                <a:latin typeface="Arial"/>
                <a:ea typeface="Arial"/>
                <a:cs typeface="Arial"/>
                <a:sym typeface="Arial"/>
              </a:rPr>
              <a:t>Murchison Widefield Array</a:t>
            </a:r>
            <a:endParaRPr/>
          </a:p>
          <a:p>
            <a:pPr indent="-285750" lvl="0" marL="285750" marR="0" rtl="0" algn="l">
              <a:spcBef>
                <a:spcPts val="0"/>
              </a:spcBef>
              <a:spcAft>
                <a:spcPts val="0"/>
              </a:spcAft>
              <a:buClr>
                <a:schemeClr val="dk1"/>
              </a:buClr>
              <a:buSzPts val="2000"/>
              <a:buFont typeface="Noto Sans Symbols"/>
              <a:buChar char="▪"/>
            </a:pPr>
            <a:r>
              <a:rPr lang="en-US" sz="2000">
                <a:solidFill>
                  <a:schemeClr val="dk1"/>
                </a:solidFill>
                <a:latin typeface="Arial"/>
                <a:ea typeface="Arial"/>
                <a:cs typeface="Arial"/>
                <a:sym typeface="Arial"/>
              </a:rPr>
              <a:t>A radio telescope based in Western Australia’s Mid West, the Murchison Widefield Array (MWA), generates </a:t>
            </a:r>
            <a:r>
              <a:rPr lang="en-US" sz="2000">
                <a:solidFill>
                  <a:srgbClr val="0033CC"/>
                </a:solidFill>
                <a:latin typeface="Arial"/>
                <a:ea typeface="Arial"/>
                <a:cs typeface="Arial"/>
                <a:sym typeface="Arial"/>
              </a:rPr>
              <a:t>157 TBs per second</a:t>
            </a:r>
            <a:r>
              <a:rPr lang="en-US" sz="2000">
                <a:solidFill>
                  <a:schemeClr val="dk1"/>
                </a:solidFill>
                <a:latin typeface="Arial"/>
                <a:ea typeface="Arial"/>
                <a:cs typeface="Arial"/>
                <a:sym typeface="Arial"/>
              </a:rPr>
              <a:t> of data.</a:t>
            </a:r>
            <a:endParaRPr/>
          </a:p>
          <a:p>
            <a:pPr indent="-285750" lvl="1" marL="742950" marR="0" rtl="0" algn="l">
              <a:spcBef>
                <a:spcPts val="0"/>
              </a:spcBef>
              <a:spcAft>
                <a:spcPts val="0"/>
              </a:spcAft>
              <a:buClr>
                <a:schemeClr val="dk1"/>
              </a:buClr>
              <a:buSzPts val="2000"/>
              <a:buFont typeface="Arial"/>
              <a:buChar char="•"/>
            </a:pPr>
            <a:r>
              <a:rPr b="0" i="1" lang="en-US" sz="2000" u="none" cap="none" strike="noStrike">
                <a:solidFill>
                  <a:schemeClr val="dk1"/>
                </a:solidFill>
                <a:latin typeface="Arial"/>
                <a:ea typeface="Arial"/>
                <a:cs typeface="Arial"/>
                <a:sym typeface="Arial"/>
              </a:rPr>
              <a:t>Back in 2013 </a:t>
            </a:r>
            <a:r>
              <a:rPr b="0" i="0" lang="en-US" sz="2000" u="none" cap="none" strike="noStrike">
                <a:solidFill>
                  <a:schemeClr val="dk1"/>
                </a:solidFill>
                <a:latin typeface="Arial"/>
                <a:ea typeface="Arial"/>
                <a:cs typeface="Arial"/>
                <a:sym typeface="Arial"/>
              </a:rPr>
              <a:t>Prof. Wicenec, Skatelescope, stated: </a:t>
            </a:r>
            <a:r>
              <a:rPr b="0" i="1" lang="en-US" sz="2000" u="none" cap="none" strike="noStrike">
                <a:solidFill>
                  <a:schemeClr val="dk1"/>
                </a:solidFill>
                <a:latin typeface="Arial"/>
                <a:ea typeface="Arial"/>
                <a:cs typeface="Arial"/>
                <a:sym typeface="Arial"/>
              </a:rPr>
              <a:t>“To store the Big Data the MWA produces, you’d need almost three 1 TB hard drives every two hours”</a:t>
            </a:r>
            <a:endParaRPr b="0" i="0" sz="2000" u="none" cap="none" strike="noStrike">
              <a:solidFill>
                <a:schemeClr val="dk1"/>
              </a:solidFill>
              <a:latin typeface="Arial"/>
              <a:ea typeface="Arial"/>
              <a:cs typeface="Arial"/>
              <a:sym typeface="Arial"/>
            </a:endParaRPr>
          </a:p>
          <a:p>
            <a:pPr indent="-285750" lvl="1" marL="742950" marR="0" rtl="0" algn="l">
              <a:spcBef>
                <a:spcPts val="0"/>
              </a:spcBef>
              <a:spcAft>
                <a:spcPts val="0"/>
              </a:spcAft>
              <a:buClr>
                <a:schemeClr val="dk1"/>
              </a:buClr>
              <a:buSzPts val="2000"/>
              <a:buFont typeface="Arial"/>
              <a:buChar char="•"/>
            </a:pPr>
            <a:r>
              <a:rPr b="0" i="1" lang="en-US" sz="2000" u="none" cap="none" strike="noStrike">
                <a:solidFill>
                  <a:schemeClr val="dk1"/>
                </a:solidFill>
                <a:latin typeface="Arial"/>
                <a:ea typeface="Arial"/>
                <a:cs typeface="Arial"/>
                <a:sym typeface="Arial"/>
              </a:rPr>
              <a:t>Phase II launched in April 2018 that doubled the number of antennas and resolution!</a:t>
            </a:r>
            <a:endParaRPr/>
          </a:p>
        </p:txBody>
      </p:sp>
      <p:sp>
        <p:nvSpPr>
          <p:cNvPr id="211" name="Google Shape;211;p14"/>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Big Data | Jnaneshwar Bohara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5"/>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Lots of other sources</a:t>
            </a:r>
            <a:endParaRPr/>
          </a:p>
        </p:txBody>
      </p:sp>
      <p:sp>
        <p:nvSpPr>
          <p:cNvPr id="217" name="Google Shape;217;p15"/>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SzPct val="80000"/>
              <a:buChar char="●"/>
            </a:pPr>
            <a:r>
              <a:rPr lang="en-US"/>
              <a:t>Big data may come from lots of other sources:</a:t>
            </a:r>
            <a:endParaRPr/>
          </a:p>
          <a:p>
            <a:pPr indent="-285750" lvl="1" marL="742950" rtl="0" algn="l">
              <a:spcBef>
                <a:spcPts val="392"/>
              </a:spcBef>
              <a:spcAft>
                <a:spcPts val="0"/>
              </a:spcAft>
              <a:buSzPct val="70000"/>
              <a:buChar char="●"/>
            </a:pPr>
            <a:r>
              <a:rPr lang="en-US"/>
              <a:t>A supermarket could use their loyalty card data, plus monitor social media sites to get an overall view of customer behaviour and preferences.</a:t>
            </a:r>
            <a:endParaRPr/>
          </a:p>
          <a:p>
            <a:pPr indent="-198628" lvl="1" marL="742950" rtl="0" algn="l">
              <a:spcBef>
                <a:spcPts val="392"/>
              </a:spcBef>
              <a:spcAft>
                <a:spcPts val="0"/>
              </a:spcAft>
              <a:buSzPct val="70000"/>
              <a:buNone/>
            </a:pPr>
            <a:r>
              <a:t/>
            </a:r>
            <a:endParaRPr/>
          </a:p>
          <a:p>
            <a:pPr indent="-285750" lvl="1" marL="742950" rtl="0" algn="l">
              <a:spcBef>
                <a:spcPts val="392"/>
              </a:spcBef>
              <a:spcAft>
                <a:spcPts val="0"/>
              </a:spcAft>
              <a:buSzPct val="70000"/>
              <a:buChar char="●"/>
            </a:pPr>
            <a:r>
              <a:rPr lang="en-US"/>
              <a:t>Hospitals analyse medical data and patient records to predict those patients that are likely to seek readmission within a few months of discharge. The hospital can then intervene in hopes of preventing another costly hospital stay.</a:t>
            </a:r>
            <a:endParaRPr/>
          </a:p>
          <a:p>
            <a:pPr indent="-198628" lvl="1" marL="742950" rtl="0" algn="l">
              <a:spcBef>
                <a:spcPts val="392"/>
              </a:spcBef>
              <a:spcAft>
                <a:spcPts val="0"/>
              </a:spcAft>
              <a:buSzPct val="70000"/>
              <a:buNone/>
            </a:pPr>
            <a:r>
              <a:t/>
            </a:r>
            <a:endParaRPr/>
          </a:p>
          <a:p>
            <a:pPr indent="-285750" lvl="1" marL="742950" rtl="0" algn="l">
              <a:spcBef>
                <a:spcPts val="392"/>
              </a:spcBef>
              <a:spcAft>
                <a:spcPts val="0"/>
              </a:spcAft>
              <a:buSzPct val="70000"/>
              <a:buChar char="●"/>
            </a:pPr>
            <a:r>
              <a:rPr lang="en-US"/>
              <a:t>Financial Services organisations are using data mined from customer interactions to slice and dice their users into finely tuned segments, so they make any offers more relevant to the customer.</a:t>
            </a:r>
            <a:endParaRPr/>
          </a:p>
          <a:p>
            <a:pPr indent="-229108" lvl="0" marL="342900" rtl="0" algn="l">
              <a:spcBef>
                <a:spcPts val="448"/>
              </a:spcBef>
              <a:spcAft>
                <a:spcPts val="0"/>
              </a:spcAft>
              <a:buSzPct val="80000"/>
              <a:buNone/>
            </a:pPr>
            <a:r>
              <a:t/>
            </a:r>
            <a:endParaRPr/>
          </a:p>
        </p:txBody>
      </p:sp>
      <p:sp>
        <p:nvSpPr>
          <p:cNvPr id="218" name="Google Shape;218;p15"/>
          <p:cNvSpPr txBox="1"/>
          <p:nvPr>
            <p:ph idx="12" type="sldNum"/>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19" name="Google Shape;219;p15"/>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Big Data | Jnaneshwar Bohara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6"/>
          <p:cNvSpPr txBox="1"/>
          <p:nvPr>
            <p:ph type="title"/>
          </p:nvPr>
        </p:nvSpPr>
        <p:spPr>
          <a:xfrm>
            <a:off x="195263" y="228600"/>
            <a:ext cx="8015287" cy="914400"/>
          </a:xfrm>
          <a:prstGeom prst="rect">
            <a:avLst/>
          </a:prstGeom>
          <a:noFill/>
          <a:ln>
            <a:noFill/>
          </a:ln>
        </p:spPr>
        <p:txBody>
          <a:bodyPr anchorCtr="0" anchor="t" bIns="45700" lIns="91425" spcFirstLastPara="1" rIns="91425" wrap="square" tIns="45700">
            <a:normAutofit fontScale="90000"/>
          </a:bodyPr>
          <a:lstStyle/>
          <a:p>
            <a:pPr indent="0" lvl="0" marL="0" rtl="0" algn="ctr">
              <a:spcBef>
                <a:spcPts val="0"/>
              </a:spcBef>
              <a:spcAft>
                <a:spcPts val="0"/>
              </a:spcAft>
              <a:buNone/>
            </a:pPr>
            <a:br>
              <a:rPr lang="en-US" sz="1600"/>
            </a:br>
            <a:r>
              <a:rPr b="1" lang="en-US"/>
              <a:t>Characteristics of Big Data</a:t>
            </a:r>
            <a:endParaRPr/>
          </a:p>
        </p:txBody>
      </p:sp>
      <p:sp>
        <p:nvSpPr>
          <p:cNvPr id="229" name="Google Shape;229;p16"/>
          <p:cNvSpPr txBox="1"/>
          <p:nvPr>
            <p:ph idx="4294967295" type="body"/>
          </p:nvPr>
        </p:nvSpPr>
        <p:spPr>
          <a:xfrm>
            <a:off x="388938" y="1593850"/>
            <a:ext cx="8418512" cy="458311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60"/>
              <a:buChar char="●"/>
            </a:pPr>
            <a:r>
              <a:rPr b="1" lang="en-US"/>
              <a:t>Volume </a:t>
            </a:r>
            <a:r>
              <a:rPr lang="en-US"/>
              <a:t>-</a:t>
            </a:r>
            <a:r>
              <a:rPr b="1" lang="en-US"/>
              <a:t> </a:t>
            </a:r>
            <a:r>
              <a:rPr lang="en-US"/>
              <a:t>Data at rest (too big)</a:t>
            </a:r>
            <a:endParaRPr/>
          </a:p>
          <a:p>
            <a:pPr indent="-342900" lvl="0" marL="342900" rtl="0" algn="l">
              <a:spcBef>
                <a:spcPts val="640"/>
              </a:spcBef>
              <a:spcAft>
                <a:spcPts val="0"/>
              </a:spcAft>
              <a:buSzPts val="2560"/>
              <a:buChar char="●"/>
            </a:pPr>
            <a:r>
              <a:rPr b="1" lang="en-US"/>
              <a:t>Variety - </a:t>
            </a:r>
            <a:r>
              <a:rPr lang="en-US"/>
              <a:t>Data in many forms (too complex)</a:t>
            </a:r>
            <a:endParaRPr/>
          </a:p>
          <a:p>
            <a:pPr indent="-342900" lvl="0" marL="342900" rtl="0" algn="l">
              <a:spcBef>
                <a:spcPts val="640"/>
              </a:spcBef>
              <a:spcAft>
                <a:spcPts val="0"/>
              </a:spcAft>
              <a:buSzPts val="2560"/>
              <a:buChar char="●"/>
            </a:pPr>
            <a:r>
              <a:rPr b="1" lang="en-US"/>
              <a:t>Velocity -</a:t>
            </a:r>
            <a:r>
              <a:rPr lang="en-US"/>
              <a:t>Data in motion(too fast)</a:t>
            </a:r>
            <a:endParaRPr/>
          </a:p>
          <a:p>
            <a:pPr indent="-342900" lvl="0" marL="342900" rtl="0" algn="l">
              <a:spcBef>
                <a:spcPts val="640"/>
              </a:spcBef>
              <a:spcAft>
                <a:spcPts val="0"/>
              </a:spcAft>
              <a:buSzPts val="2560"/>
              <a:buChar char="●"/>
            </a:pPr>
            <a:r>
              <a:rPr b="1" lang="en-US"/>
              <a:t>Veracity </a:t>
            </a:r>
            <a:r>
              <a:rPr lang="en-US"/>
              <a:t>-</a:t>
            </a:r>
            <a:r>
              <a:rPr b="1" lang="en-US"/>
              <a:t> </a:t>
            </a:r>
            <a:r>
              <a:rPr lang="en-US"/>
              <a:t>Data in doubt(uncertainty)</a:t>
            </a:r>
            <a:endParaRPr/>
          </a:p>
          <a:p>
            <a:pPr indent="-342900" lvl="0" marL="342900" rtl="0" algn="l">
              <a:spcBef>
                <a:spcPts val="640"/>
              </a:spcBef>
              <a:spcAft>
                <a:spcPts val="0"/>
              </a:spcAft>
              <a:buSzPts val="2560"/>
              <a:buChar char="●"/>
            </a:pPr>
            <a:r>
              <a:rPr b="1" lang="en-US"/>
              <a:t>Value</a:t>
            </a:r>
            <a:r>
              <a:rPr lang="en-US"/>
              <a:t>  -  </a:t>
            </a:r>
            <a:r>
              <a:rPr lang="en-US">
                <a:solidFill>
                  <a:srgbClr val="000000"/>
                </a:solidFill>
              </a:rPr>
              <a:t>Data into money</a:t>
            </a:r>
            <a:endParaRPr/>
          </a:p>
        </p:txBody>
      </p:sp>
      <p:sp>
        <p:nvSpPr>
          <p:cNvPr id="230" name="Google Shape;230;p16"/>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231" name="Google Shape;231;p16"/>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7"/>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Characteristics of Big Data</a:t>
            </a:r>
            <a:endParaRPr/>
          </a:p>
        </p:txBody>
      </p:sp>
      <p:sp>
        <p:nvSpPr>
          <p:cNvPr id="237" name="Google Shape;237;p17"/>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238" name="Google Shape;238;p17"/>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pic>
        <p:nvPicPr>
          <p:cNvPr descr="Information Catalyst | Information Catalyst" id="239" name="Google Shape;239;p17"/>
          <p:cNvPicPr preferRelativeResize="0"/>
          <p:nvPr>
            <p:ph idx="1" type="body"/>
          </p:nvPr>
        </p:nvPicPr>
        <p:blipFill rotWithShape="1">
          <a:blip r:embed="rId3">
            <a:alphaModFix/>
          </a:blip>
          <a:srcRect b="0" l="0" r="0" t="0"/>
          <a:stretch/>
        </p:blipFill>
        <p:spPr>
          <a:xfrm>
            <a:off x="685800" y="1600200"/>
            <a:ext cx="7315200" cy="381476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8"/>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Volume: Scale of Data</a:t>
            </a:r>
            <a:endParaRPr/>
          </a:p>
        </p:txBody>
      </p:sp>
      <p:sp>
        <p:nvSpPr>
          <p:cNvPr id="245" name="Google Shape;245;p18"/>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2560"/>
              <a:buChar char="●"/>
            </a:pPr>
            <a:r>
              <a:rPr lang="en-US">
                <a:solidFill>
                  <a:srgbClr val="000000"/>
                </a:solidFill>
              </a:rPr>
              <a:t>Refers to the vast amounts of data generated  every second. </a:t>
            </a:r>
            <a:endParaRPr/>
          </a:p>
          <a:p>
            <a:pPr indent="-342900" lvl="0" marL="342900" rtl="0" algn="just">
              <a:spcBef>
                <a:spcPts val="640"/>
              </a:spcBef>
              <a:spcAft>
                <a:spcPts val="0"/>
              </a:spcAft>
              <a:buSzPts val="2560"/>
              <a:buChar char="●"/>
            </a:pPr>
            <a:r>
              <a:rPr lang="en-US">
                <a:solidFill>
                  <a:srgbClr val="000000"/>
                </a:solidFill>
              </a:rPr>
              <a:t>We are not talking Terabytes but  Brontobytes or Geopbytes. </a:t>
            </a:r>
            <a:endParaRPr/>
          </a:p>
          <a:p>
            <a:pPr indent="-342900" lvl="0" marL="342900" rtl="0" algn="just">
              <a:spcBef>
                <a:spcPts val="640"/>
              </a:spcBef>
              <a:spcAft>
                <a:spcPts val="0"/>
              </a:spcAft>
              <a:buSzPts val="2560"/>
              <a:buChar char="●"/>
            </a:pPr>
            <a:r>
              <a:rPr lang="en-US">
                <a:solidFill>
                  <a:srgbClr val="000000"/>
                </a:solidFill>
              </a:rPr>
              <a:t>If we take all the data  generated in the world between the beginning of  time and 2008, the same amount of data will  soon be generated every minute. </a:t>
            </a:r>
            <a:endParaRPr/>
          </a:p>
          <a:p>
            <a:pPr indent="-180340" lvl="0" marL="342900" rtl="0" algn="just">
              <a:spcBef>
                <a:spcPts val="640"/>
              </a:spcBef>
              <a:spcAft>
                <a:spcPts val="0"/>
              </a:spcAft>
              <a:buSzPts val="2560"/>
              <a:buNone/>
            </a:pPr>
            <a:r>
              <a:t/>
            </a:r>
            <a:endParaRPr/>
          </a:p>
        </p:txBody>
      </p:sp>
      <p:sp>
        <p:nvSpPr>
          <p:cNvPr id="246" name="Google Shape;246;p18"/>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247" name="Google Shape;247;p18"/>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9"/>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Variety: Different Forms of Data</a:t>
            </a:r>
            <a:endParaRPr/>
          </a:p>
        </p:txBody>
      </p:sp>
      <p:sp>
        <p:nvSpPr>
          <p:cNvPr id="253" name="Google Shape;253;p19"/>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just">
              <a:spcBef>
                <a:spcPts val="0"/>
              </a:spcBef>
              <a:spcAft>
                <a:spcPts val="0"/>
              </a:spcAft>
              <a:buSzPct val="80000"/>
              <a:buChar char="●"/>
            </a:pPr>
            <a:r>
              <a:rPr lang="en-US"/>
              <a:t>This refers to the different types of data we can now use. </a:t>
            </a:r>
            <a:endParaRPr/>
          </a:p>
          <a:p>
            <a:pPr indent="-342900" lvl="0" marL="342900" rtl="0" algn="just">
              <a:spcBef>
                <a:spcPts val="544"/>
              </a:spcBef>
              <a:spcAft>
                <a:spcPts val="0"/>
              </a:spcAft>
              <a:buSzPct val="80000"/>
              <a:buChar char="●"/>
            </a:pPr>
            <a:r>
              <a:rPr lang="en-US"/>
              <a:t>In the past we focused on structured data that fits neatly into tables or relational databases, such as financial data. </a:t>
            </a:r>
            <a:endParaRPr/>
          </a:p>
          <a:p>
            <a:pPr indent="-342900" lvl="0" marL="342900" rtl="0" algn="just">
              <a:spcBef>
                <a:spcPts val="544"/>
              </a:spcBef>
              <a:spcAft>
                <a:spcPts val="0"/>
              </a:spcAft>
              <a:buSzPct val="80000"/>
              <a:buChar char="●"/>
            </a:pPr>
            <a:r>
              <a:rPr lang="en-US"/>
              <a:t>In fact, 80% of the world’s data is unstructured (text, images, video, voice, etc.) </a:t>
            </a:r>
            <a:endParaRPr/>
          </a:p>
          <a:p>
            <a:pPr indent="-342900" lvl="0" marL="342900" rtl="0" algn="just">
              <a:spcBef>
                <a:spcPts val="544"/>
              </a:spcBef>
              <a:spcAft>
                <a:spcPts val="0"/>
              </a:spcAft>
              <a:buSzPct val="80000"/>
              <a:buChar char="●"/>
            </a:pPr>
            <a:r>
              <a:rPr lang="en-US"/>
              <a:t>Big data technology means we can now analyse and bring together data of different types such as messages, social media conversations, photos, sensor data, video or voice recordings</a:t>
            </a:r>
            <a:r>
              <a:rPr lang="en-US">
                <a:solidFill>
                  <a:schemeClr val="lt2"/>
                </a:solidFill>
              </a:rPr>
              <a:t>.</a:t>
            </a:r>
            <a:endParaRPr/>
          </a:p>
          <a:p>
            <a:pPr indent="-204723" lvl="0" marL="342900" rtl="0" algn="just">
              <a:spcBef>
                <a:spcPts val="544"/>
              </a:spcBef>
              <a:spcAft>
                <a:spcPts val="0"/>
              </a:spcAft>
              <a:buSzPct val="80000"/>
              <a:buNone/>
            </a:pPr>
            <a:r>
              <a:t/>
            </a:r>
            <a:endParaRPr>
              <a:solidFill>
                <a:schemeClr val="lt2"/>
              </a:solidFill>
            </a:endParaRPr>
          </a:p>
        </p:txBody>
      </p:sp>
      <p:sp>
        <p:nvSpPr>
          <p:cNvPr id="254" name="Google Shape;254;p19"/>
          <p:cNvSpPr txBox="1"/>
          <p:nvPr>
            <p:ph idx="12" type="sldNum"/>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55" name="Google Shape;255;p19"/>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0"/>
          <p:cNvSpPr txBox="1"/>
          <p:nvPr>
            <p:ph type="title"/>
          </p:nvPr>
        </p:nvSpPr>
        <p:spPr>
          <a:xfrm>
            <a:off x="-304800" y="228600"/>
            <a:ext cx="9220200"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t>Velocity</a:t>
            </a:r>
            <a:r>
              <a:rPr lang="en-US"/>
              <a:t>: Analysis of Streaming Data</a:t>
            </a:r>
            <a:endParaRPr/>
          </a:p>
        </p:txBody>
      </p:sp>
      <p:sp>
        <p:nvSpPr>
          <p:cNvPr id="261" name="Google Shape;261;p20"/>
          <p:cNvSpPr txBox="1"/>
          <p:nvPr>
            <p:ph idx="1" type="body"/>
          </p:nvPr>
        </p:nvSpPr>
        <p:spPr>
          <a:xfrm>
            <a:off x="609600" y="1600200"/>
            <a:ext cx="7924800" cy="4495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2560"/>
              <a:buChar char="●"/>
            </a:pPr>
            <a:r>
              <a:rPr lang="en-US">
                <a:solidFill>
                  <a:srgbClr val="000000"/>
                </a:solidFill>
              </a:rPr>
              <a:t>Refers to the speed at which new data is  generated and the speed at which data  moves around. </a:t>
            </a:r>
            <a:endParaRPr/>
          </a:p>
          <a:p>
            <a:pPr indent="-342900" lvl="0" marL="342900" rtl="0" algn="just">
              <a:spcBef>
                <a:spcPts val="100"/>
              </a:spcBef>
              <a:spcAft>
                <a:spcPts val="0"/>
              </a:spcAft>
              <a:buSzPts val="2560"/>
              <a:buChar char="●"/>
            </a:pPr>
            <a:r>
              <a:rPr lang="en-US">
                <a:solidFill>
                  <a:srgbClr val="000000"/>
                </a:solidFill>
              </a:rPr>
              <a:t>Just think of social media  messages going viral in seconds.</a:t>
            </a:r>
            <a:endParaRPr/>
          </a:p>
          <a:p>
            <a:pPr indent="-342900" lvl="0" marL="342900" rtl="0" algn="just">
              <a:spcBef>
                <a:spcPts val="640"/>
              </a:spcBef>
              <a:spcAft>
                <a:spcPts val="0"/>
              </a:spcAft>
              <a:buSzPts val="2560"/>
              <a:buChar char="●"/>
            </a:pPr>
            <a:r>
              <a:rPr lang="en-US">
                <a:solidFill>
                  <a:srgbClr val="000000"/>
                </a:solidFill>
              </a:rPr>
              <a:t>Technology allows us now to analyse the  data while it is being generated  (in-memory  analytics), without ever putting it into  databases</a:t>
            </a:r>
            <a:r>
              <a:rPr lang="en-US" sz="2800">
                <a:solidFill>
                  <a:srgbClr val="000000"/>
                </a:solidFill>
              </a:rPr>
              <a:t>.</a:t>
            </a:r>
            <a:endParaRPr/>
          </a:p>
          <a:p>
            <a:pPr indent="-180340" lvl="0" marL="342900" rtl="0" algn="just">
              <a:spcBef>
                <a:spcPts val="640"/>
              </a:spcBef>
              <a:spcAft>
                <a:spcPts val="0"/>
              </a:spcAft>
              <a:buSzPts val="2560"/>
              <a:buNone/>
            </a:pPr>
            <a:r>
              <a:t/>
            </a:r>
            <a:endParaRPr/>
          </a:p>
        </p:txBody>
      </p:sp>
      <p:sp>
        <p:nvSpPr>
          <p:cNvPr id="262" name="Google Shape;262;p20"/>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263" name="Google Shape;263;p20"/>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1"/>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Veracity: Uncertainty of Data</a:t>
            </a:r>
            <a:endParaRPr/>
          </a:p>
        </p:txBody>
      </p:sp>
      <p:sp>
        <p:nvSpPr>
          <p:cNvPr id="269" name="Google Shape;269;p21"/>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60"/>
              <a:buChar char="●"/>
            </a:pPr>
            <a:r>
              <a:rPr lang="en-US">
                <a:solidFill>
                  <a:srgbClr val="000000"/>
                </a:solidFill>
              </a:rPr>
              <a:t>Refers to the messiness or trustworthiness  of the data. </a:t>
            </a:r>
            <a:endParaRPr/>
          </a:p>
          <a:p>
            <a:pPr indent="-342900" lvl="0" marL="342900" rtl="0" algn="l">
              <a:spcBef>
                <a:spcPts val="640"/>
              </a:spcBef>
              <a:spcAft>
                <a:spcPts val="0"/>
              </a:spcAft>
              <a:buSzPts val="2560"/>
              <a:buChar char="●"/>
            </a:pPr>
            <a:r>
              <a:rPr lang="en-US">
                <a:solidFill>
                  <a:srgbClr val="000000"/>
                </a:solidFill>
              </a:rPr>
              <a:t>With many forms of big data,  quality and accuracy are less controllable  </a:t>
            </a:r>
            <a:endParaRPr/>
          </a:p>
          <a:p>
            <a:pPr indent="-342900" lvl="0" marL="342900" rtl="0" algn="l">
              <a:spcBef>
                <a:spcPts val="640"/>
              </a:spcBef>
              <a:spcAft>
                <a:spcPts val="0"/>
              </a:spcAft>
              <a:buSzPts val="2560"/>
              <a:buChar char="●"/>
            </a:pPr>
            <a:r>
              <a:rPr lang="en-US">
                <a:solidFill>
                  <a:srgbClr val="000000"/>
                </a:solidFill>
              </a:rPr>
              <a:t>Big data and analytics  technology now allows us to work with  these type of data.</a:t>
            </a:r>
            <a:endParaRPr/>
          </a:p>
        </p:txBody>
      </p:sp>
      <p:sp>
        <p:nvSpPr>
          <p:cNvPr id="270" name="Google Shape;270;p21"/>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271" name="Google Shape;271;p21"/>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2"/>
          <p:cNvSpPr txBox="1"/>
          <p:nvPr>
            <p:ph type="title"/>
          </p:nvPr>
        </p:nvSpPr>
        <p:spPr>
          <a:xfrm>
            <a:off x="195263" y="228600"/>
            <a:ext cx="833913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Value: Turning Big Data into Value</a:t>
            </a:r>
            <a:endParaRPr/>
          </a:p>
        </p:txBody>
      </p:sp>
      <p:sp>
        <p:nvSpPr>
          <p:cNvPr id="277" name="Google Shape;277;p22"/>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60"/>
              <a:buChar char="●"/>
            </a:pPr>
            <a:r>
              <a:rPr lang="en-US">
                <a:solidFill>
                  <a:srgbClr val="000000"/>
                </a:solidFill>
              </a:rPr>
              <a:t>Having access to big data is no good  unless we can turn it into value.</a:t>
            </a:r>
            <a:endParaRPr/>
          </a:p>
          <a:p>
            <a:pPr indent="-342900" lvl="0" marL="342900" rtl="0" algn="l">
              <a:spcBef>
                <a:spcPts val="1688"/>
              </a:spcBef>
              <a:spcAft>
                <a:spcPts val="0"/>
              </a:spcAft>
              <a:buSzPts val="2560"/>
              <a:buChar char="●"/>
            </a:pPr>
            <a:r>
              <a:rPr lang="en-US">
                <a:solidFill>
                  <a:srgbClr val="000000"/>
                </a:solidFill>
              </a:rPr>
              <a:t>Companies are starting to generate  amazing value from their big data.</a:t>
            </a:r>
            <a:endParaRPr/>
          </a:p>
          <a:p>
            <a:pPr indent="-180340" lvl="0" marL="342900" rtl="0" algn="l">
              <a:spcBef>
                <a:spcPts val="640"/>
              </a:spcBef>
              <a:spcAft>
                <a:spcPts val="0"/>
              </a:spcAft>
              <a:buSzPts val="2560"/>
              <a:buNone/>
            </a:pPr>
            <a:r>
              <a:t/>
            </a:r>
            <a:endParaRPr/>
          </a:p>
        </p:txBody>
      </p:sp>
      <p:sp>
        <p:nvSpPr>
          <p:cNvPr id="278" name="Google Shape;278;p22"/>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279" name="Google Shape;279;p22"/>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3"/>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Big Data Trends 2024</a:t>
            </a:r>
            <a:endParaRPr/>
          </a:p>
        </p:txBody>
      </p:sp>
      <p:sp>
        <p:nvSpPr>
          <p:cNvPr id="285" name="Google Shape;285;p23"/>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Big Data | Jnaneshwar Bohara</a:t>
            </a:r>
            <a:endParaRPr/>
          </a:p>
        </p:txBody>
      </p:sp>
      <p:sp>
        <p:nvSpPr>
          <p:cNvPr id="286" name="Google Shape;286;p23"/>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7" name="Google Shape;287;p23"/>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60"/>
              <a:buChar char="●"/>
            </a:pPr>
            <a:r>
              <a:rPr i="0" lang="en-US">
                <a:solidFill>
                  <a:srgbClr val="121737"/>
                </a:solidFill>
                <a:latin typeface="Manrope"/>
                <a:ea typeface="Manrope"/>
                <a:cs typeface="Manrope"/>
                <a:sym typeface="Manrope"/>
              </a:rPr>
              <a:t>Stream Processing Enables Real-Time Big Data Insights</a:t>
            </a:r>
            <a:endParaRPr/>
          </a:p>
          <a:p>
            <a:pPr indent="-342900" lvl="0" marL="342900" rtl="0" algn="l">
              <a:spcBef>
                <a:spcPts val="640"/>
              </a:spcBef>
              <a:spcAft>
                <a:spcPts val="0"/>
              </a:spcAft>
              <a:buSzPts val="2560"/>
              <a:buChar char="●"/>
            </a:pPr>
            <a:r>
              <a:rPr i="0" lang="en-US">
                <a:solidFill>
                  <a:srgbClr val="121737"/>
                </a:solidFill>
                <a:latin typeface="Manrope"/>
                <a:ea typeface="Manrope"/>
                <a:cs typeface="Manrope"/>
                <a:sym typeface="Manrope"/>
              </a:rPr>
              <a:t>AI And ML Power Automation And Analytics</a:t>
            </a:r>
            <a:endParaRPr/>
          </a:p>
          <a:p>
            <a:pPr indent="-342900" lvl="0" marL="342900" rtl="0" algn="l">
              <a:spcBef>
                <a:spcPts val="640"/>
              </a:spcBef>
              <a:spcAft>
                <a:spcPts val="0"/>
              </a:spcAft>
              <a:buSzPts val="2560"/>
              <a:buChar char="●"/>
            </a:pPr>
            <a:r>
              <a:rPr i="0" lang="en-US">
                <a:solidFill>
                  <a:srgbClr val="121737"/>
                </a:solidFill>
                <a:latin typeface="Manrope"/>
                <a:ea typeface="Manrope"/>
                <a:cs typeface="Manrope"/>
                <a:sym typeface="Manrope"/>
              </a:rPr>
              <a:t>Data-As-A-Service Offers Scalable, Cost-Effective Management</a:t>
            </a:r>
            <a:endParaRPr/>
          </a:p>
          <a:p>
            <a:pPr indent="-342900" lvl="0" marL="342900" rtl="0" algn="l">
              <a:spcBef>
                <a:spcPts val="640"/>
              </a:spcBef>
              <a:spcAft>
                <a:spcPts val="0"/>
              </a:spcAft>
              <a:buSzPts val="2560"/>
              <a:buChar char="●"/>
            </a:pPr>
            <a:r>
              <a:rPr i="0" lang="en-US">
                <a:solidFill>
                  <a:srgbClr val="121737"/>
                </a:solidFill>
                <a:latin typeface="Manrope"/>
                <a:ea typeface="Manrope"/>
                <a:cs typeface="Manrope"/>
                <a:sym typeface="Manrope"/>
              </a:rPr>
              <a:t>Data Lakes And Lakehouses Provide Optimized Storage</a:t>
            </a:r>
            <a:endParaRPr/>
          </a:p>
          <a:p>
            <a:pPr indent="-342900" lvl="0" marL="342900" rtl="0" algn="l">
              <a:spcBef>
                <a:spcPts val="640"/>
              </a:spcBef>
              <a:spcAft>
                <a:spcPts val="0"/>
              </a:spcAft>
              <a:buSzPts val="2560"/>
              <a:buChar char="●"/>
            </a:pPr>
            <a:r>
              <a:rPr i="0" lang="en-US">
                <a:solidFill>
                  <a:srgbClr val="121737"/>
                </a:solidFill>
                <a:latin typeface="Manrope"/>
                <a:ea typeface="Manrope"/>
                <a:cs typeface="Manrope"/>
                <a:sym typeface="Manrope"/>
              </a:rPr>
              <a:t>Transitions In Big Data Governance</a:t>
            </a:r>
            <a:endParaRPr/>
          </a:p>
          <a:p>
            <a:pPr indent="0" lvl="0" marL="0" rtl="0" algn="l">
              <a:spcBef>
                <a:spcPts val="640"/>
              </a:spcBef>
              <a:spcAft>
                <a:spcPts val="0"/>
              </a:spcAft>
              <a:buSzPts val="2560"/>
              <a:buNone/>
            </a:pPr>
            <a:br>
              <a:rPr i="0" lang="en-US">
                <a:solidFill>
                  <a:srgbClr val="121737"/>
                </a:solidFill>
                <a:latin typeface="Manrope"/>
                <a:ea typeface="Manrope"/>
                <a:cs typeface="Manrope"/>
                <a:sym typeface="Manrope"/>
              </a:rPr>
            </a:br>
            <a:endParaRPr i="0">
              <a:solidFill>
                <a:srgbClr val="121737"/>
              </a:solidFill>
              <a:latin typeface="Manrope"/>
              <a:ea typeface="Manrope"/>
              <a:cs typeface="Manrope"/>
              <a:sym typeface="Manrop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4"/>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Big Data Applications</a:t>
            </a:r>
            <a:endParaRPr/>
          </a:p>
        </p:txBody>
      </p:sp>
      <p:sp>
        <p:nvSpPr>
          <p:cNvPr id="293" name="Google Shape;293;p24"/>
          <p:cNvSpPr txBox="1"/>
          <p:nvPr>
            <p:ph idx="1" type="body"/>
          </p:nvPr>
        </p:nvSpPr>
        <p:spPr>
          <a:xfrm>
            <a:off x="762000" y="1414463"/>
            <a:ext cx="7924800" cy="45624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00"/>
              <a:buChar char="●"/>
            </a:pPr>
            <a:r>
              <a:rPr b="1" lang="en-US" sz="2000"/>
              <a:t>Healthcare</a:t>
            </a:r>
            <a:endParaRPr/>
          </a:p>
          <a:p>
            <a:pPr indent="-342900" lvl="1" marL="342900" rtl="0" algn="l">
              <a:spcBef>
                <a:spcPts val="400"/>
              </a:spcBef>
              <a:spcAft>
                <a:spcPts val="0"/>
              </a:spcAft>
              <a:buClr>
                <a:schemeClr val="hlink"/>
              </a:buClr>
              <a:buSzPts val="1600"/>
              <a:buChar char="●"/>
            </a:pPr>
            <a:r>
              <a:rPr b="1" lang="en-US" sz="2000"/>
              <a:t>Manufacturing</a:t>
            </a:r>
            <a:endParaRPr/>
          </a:p>
          <a:p>
            <a:pPr indent="-342900" lvl="1" marL="342900" rtl="0" algn="l">
              <a:spcBef>
                <a:spcPts val="400"/>
              </a:spcBef>
              <a:spcAft>
                <a:spcPts val="0"/>
              </a:spcAft>
              <a:buClr>
                <a:schemeClr val="hlink"/>
              </a:buClr>
              <a:buSzPts val="1600"/>
              <a:buChar char="●"/>
            </a:pPr>
            <a:r>
              <a:rPr b="1" lang="en-US" sz="2000"/>
              <a:t>Media &amp; Entertainment</a:t>
            </a:r>
            <a:endParaRPr/>
          </a:p>
          <a:p>
            <a:pPr indent="-342900" lvl="1" marL="342900" rtl="0" algn="l">
              <a:spcBef>
                <a:spcPts val="400"/>
              </a:spcBef>
              <a:spcAft>
                <a:spcPts val="0"/>
              </a:spcAft>
              <a:buClr>
                <a:schemeClr val="hlink"/>
              </a:buClr>
              <a:buSzPts val="1600"/>
              <a:buChar char="●"/>
            </a:pPr>
            <a:r>
              <a:rPr b="1" lang="en-US" sz="2000"/>
              <a:t>Internet of Things (IoT)</a:t>
            </a:r>
            <a:endParaRPr/>
          </a:p>
          <a:p>
            <a:pPr indent="-342900" lvl="1" marL="342900" rtl="0" algn="l">
              <a:spcBef>
                <a:spcPts val="400"/>
              </a:spcBef>
              <a:spcAft>
                <a:spcPts val="0"/>
              </a:spcAft>
              <a:buClr>
                <a:schemeClr val="hlink"/>
              </a:buClr>
              <a:buSzPts val="1600"/>
              <a:buChar char="●"/>
            </a:pPr>
            <a:r>
              <a:rPr b="1" lang="en-US" sz="2000"/>
              <a:t>Government</a:t>
            </a:r>
            <a:endParaRPr/>
          </a:p>
          <a:p>
            <a:pPr indent="-342900" lvl="1" marL="342900" rtl="0" algn="l">
              <a:spcBef>
                <a:spcPts val="400"/>
              </a:spcBef>
              <a:spcAft>
                <a:spcPts val="0"/>
              </a:spcAft>
              <a:buClr>
                <a:schemeClr val="hlink"/>
              </a:buClr>
              <a:buSzPts val="1600"/>
              <a:buChar char="●"/>
            </a:pPr>
            <a:r>
              <a:rPr b="1" lang="en-US" sz="2000"/>
              <a:t>Ecommerce</a:t>
            </a:r>
            <a:endParaRPr/>
          </a:p>
          <a:p>
            <a:pPr indent="-342900" lvl="1" marL="342900" rtl="0" algn="l">
              <a:spcBef>
                <a:spcPts val="400"/>
              </a:spcBef>
              <a:spcAft>
                <a:spcPts val="0"/>
              </a:spcAft>
              <a:buClr>
                <a:schemeClr val="hlink"/>
              </a:buClr>
              <a:buSzPts val="1600"/>
              <a:buChar char="●"/>
            </a:pPr>
            <a:r>
              <a:rPr b="1" lang="en-US" sz="2000"/>
              <a:t>Disaster Management</a:t>
            </a:r>
            <a:endParaRPr/>
          </a:p>
          <a:p>
            <a:pPr indent="-342900" lvl="1" marL="342900" rtl="0" algn="l">
              <a:spcBef>
                <a:spcPts val="400"/>
              </a:spcBef>
              <a:spcAft>
                <a:spcPts val="0"/>
              </a:spcAft>
              <a:buClr>
                <a:schemeClr val="hlink"/>
              </a:buClr>
              <a:buSzPts val="1600"/>
              <a:buChar char="●"/>
            </a:pPr>
            <a:r>
              <a:rPr b="1" lang="en-US" sz="2000"/>
              <a:t>Digital Marketing</a:t>
            </a:r>
            <a:endParaRPr/>
          </a:p>
          <a:p>
            <a:pPr indent="-342900" lvl="1" marL="342900" rtl="0" algn="l">
              <a:spcBef>
                <a:spcPts val="400"/>
              </a:spcBef>
              <a:spcAft>
                <a:spcPts val="0"/>
              </a:spcAft>
              <a:buClr>
                <a:schemeClr val="hlink"/>
              </a:buClr>
              <a:buSzPts val="1600"/>
              <a:buChar char="●"/>
            </a:pPr>
            <a:r>
              <a:rPr b="1" lang="en-US" sz="2000"/>
              <a:t>Telecommunication</a:t>
            </a:r>
            <a:endParaRPr/>
          </a:p>
          <a:p>
            <a:pPr indent="-342900" lvl="1" marL="342900" rtl="0" algn="l">
              <a:spcBef>
                <a:spcPts val="400"/>
              </a:spcBef>
              <a:spcAft>
                <a:spcPts val="0"/>
              </a:spcAft>
              <a:buClr>
                <a:schemeClr val="hlink"/>
              </a:buClr>
              <a:buSzPts val="1600"/>
              <a:buChar char="●"/>
            </a:pPr>
            <a:r>
              <a:rPr b="1" lang="en-US" sz="2000"/>
              <a:t>Retail Industry</a:t>
            </a:r>
            <a:endParaRPr/>
          </a:p>
          <a:p>
            <a:pPr indent="-342900" lvl="1" marL="342900" rtl="0" algn="l">
              <a:spcBef>
                <a:spcPts val="400"/>
              </a:spcBef>
              <a:spcAft>
                <a:spcPts val="0"/>
              </a:spcAft>
              <a:buClr>
                <a:schemeClr val="hlink"/>
              </a:buClr>
              <a:buSzPts val="1600"/>
              <a:buChar char="●"/>
            </a:pPr>
            <a:r>
              <a:rPr b="1" lang="en-US" sz="2000"/>
              <a:t>Finance</a:t>
            </a:r>
            <a:endParaRPr/>
          </a:p>
          <a:p>
            <a:pPr indent="-342900" lvl="1" marL="342900" rtl="0" algn="l">
              <a:spcBef>
                <a:spcPts val="400"/>
              </a:spcBef>
              <a:spcAft>
                <a:spcPts val="0"/>
              </a:spcAft>
              <a:buClr>
                <a:schemeClr val="hlink"/>
              </a:buClr>
              <a:buSzPts val="1600"/>
              <a:buChar char="●"/>
            </a:pPr>
            <a:r>
              <a:rPr b="1" lang="en-US" sz="2000"/>
              <a:t>Education</a:t>
            </a:r>
            <a:endParaRPr/>
          </a:p>
          <a:p>
            <a:pPr indent="0" lvl="1" marL="0" rtl="0" algn="l">
              <a:spcBef>
                <a:spcPts val="480"/>
              </a:spcBef>
              <a:spcAft>
                <a:spcPts val="0"/>
              </a:spcAft>
              <a:buClr>
                <a:schemeClr val="hlink"/>
              </a:buClr>
              <a:buSzPts val="1920"/>
              <a:buFont typeface="Noto Sans Symbols"/>
              <a:buNone/>
            </a:pPr>
            <a:r>
              <a:t/>
            </a:r>
            <a:endParaRPr b="1" sz="2400"/>
          </a:p>
          <a:p>
            <a:pPr indent="-200660" lvl="1" marL="342900" rtl="0" algn="l">
              <a:spcBef>
                <a:spcPts val="560"/>
              </a:spcBef>
              <a:spcAft>
                <a:spcPts val="0"/>
              </a:spcAft>
              <a:buClr>
                <a:schemeClr val="hlink"/>
              </a:buClr>
              <a:buSzPts val="2240"/>
              <a:buNone/>
            </a:pPr>
            <a:r>
              <a:t/>
            </a:r>
            <a:endParaRPr/>
          </a:p>
          <a:p>
            <a:pPr indent="-200660" lvl="1" marL="342900" rtl="0" algn="l">
              <a:spcBef>
                <a:spcPts val="560"/>
              </a:spcBef>
              <a:spcAft>
                <a:spcPts val="0"/>
              </a:spcAft>
              <a:buClr>
                <a:schemeClr val="hlink"/>
              </a:buClr>
              <a:buSzPts val="2240"/>
              <a:buNone/>
            </a:pPr>
            <a:r>
              <a:t/>
            </a:r>
            <a:endParaRPr/>
          </a:p>
          <a:p>
            <a:pPr indent="-200660" lvl="1" marL="342900" rtl="0" algn="l">
              <a:spcBef>
                <a:spcPts val="560"/>
              </a:spcBef>
              <a:spcAft>
                <a:spcPts val="0"/>
              </a:spcAft>
              <a:buClr>
                <a:schemeClr val="hlink"/>
              </a:buClr>
              <a:buSzPts val="2240"/>
              <a:buNone/>
            </a:pPr>
            <a:r>
              <a:t/>
            </a:r>
            <a:endParaRPr/>
          </a:p>
          <a:p>
            <a:pPr indent="-200660" lvl="1" marL="342900" rtl="0" algn="l">
              <a:spcBef>
                <a:spcPts val="560"/>
              </a:spcBef>
              <a:spcAft>
                <a:spcPts val="0"/>
              </a:spcAft>
              <a:buClr>
                <a:schemeClr val="hlink"/>
              </a:buClr>
              <a:buSzPts val="2240"/>
              <a:buNone/>
            </a:pPr>
            <a:r>
              <a:t/>
            </a:r>
            <a:endParaRPr/>
          </a:p>
          <a:p>
            <a:pPr indent="-200660" lvl="1" marL="342900" rtl="0" algn="l">
              <a:spcBef>
                <a:spcPts val="560"/>
              </a:spcBef>
              <a:spcAft>
                <a:spcPts val="0"/>
              </a:spcAft>
              <a:buClr>
                <a:schemeClr val="hlink"/>
              </a:buClr>
              <a:buSzPts val="2240"/>
              <a:buNone/>
            </a:pPr>
            <a:r>
              <a:t/>
            </a:r>
            <a:endParaRPr/>
          </a:p>
          <a:p>
            <a:pPr indent="-200660" lvl="1" marL="342900" rtl="0" algn="l">
              <a:spcBef>
                <a:spcPts val="560"/>
              </a:spcBef>
              <a:spcAft>
                <a:spcPts val="0"/>
              </a:spcAft>
              <a:buClr>
                <a:schemeClr val="hlink"/>
              </a:buClr>
              <a:buSzPts val="2240"/>
              <a:buNone/>
            </a:pPr>
            <a:r>
              <a:t/>
            </a:r>
            <a:endParaRPr b="1"/>
          </a:p>
          <a:p>
            <a:pPr indent="0" lvl="1" marL="0" rtl="0" algn="l">
              <a:spcBef>
                <a:spcPts val="640"/>
              </a:spcBef>
              <a:spcAft>
                <a:spcPts val="0"/>
              </a:spcAft>
              <a:buClr>
                <a:schemeClr val="hlink"/>
              </a:buClr>
              <a:buSzPts val="2560"/>
              <a:buFont typeface="Noto Sans Symbols"/>
              <a:buNone/>
            </a:pPr>
            <a:r>
              <a:t/>
            </a:r>
            <a:endParaRPr b="1" sz="3200"/>
          </a:p>
          <a:p>
            <a:pPr indent="0" lvl="1" marL="457200" rtl="0" algn="l">
              <a:spcBef>
                <a:spcPts val="560"/>
              </a:spcBef>
              <a:spcAft>
                <a:spcPts val="0"/>
              </a:spcAft>
              <a:buSzPts val="1960"/>
              <a:buFont typeface="Noto Sans Symbols"/>
              <a:buNone/>
            </a:pPr>
            <a:r>
              <a:t/>
            </a:r>
            <a:endParaRPr/>
          </a:p>
          <a:p>
            <a:pPr indent="-180340" lvl="0" marL="342900" rtl="0" algn="l">
              <a:spcBef>
                <a:spcPts val="640"/>
              </a:spcBef>
              <a:spcAft>
                <a:spcPts val="0"/>
              </a:spcAft>
              <a:buSzPts val="2560"/>
              <a:buNone/>
            </a:pPr>
            <a:r>
              <a:t/>
            </a:r>
            <a:endParaRPr/>
          </a:p>
        </p:txBody>
      </p:sp>
      <p:sp>
        <p:nvSpPr>
          <p:cNvPr id="294" name="Google Shape;294;p24"/>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295" name="Google Shape;295;p24"/>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5"/>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lang="en-US"/>
            </a:br>
            <a:r>
              <a:rPr b="1" lang="en-US"/>
              <a:t>Some Big Data Use Cases</a:t>
            </a:r>
            <a:br>
              <a:rPr lang="en-US"/>
            </a:br>
            <a:endParaRPr/>
          </a:p>
        </p:txBody>
      </p:sp>
      <p:sp>
        <p:nvSpPr>
          <p:cNvPr id="301" name="Google Shape;301;p25"/>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60"/>
              <a:buChar char="●"/>
            </a:pPr>
            <a:r>
              <a:rPr lang="en-US"/>
              <a:t>Credit Card Fraud Detection</a:t>
            </a:r>
            <a:endParaRPr/>
          </a:p>
          <a:p>
            <a:pPr indent="-342900" lvl="0" marL="342900" rtl="0" algn="l">
              <a:spcBef>
                <a:spcPts val="640"/>
              </a:spcBef>
              <a:spcAft>
                <a:spcPts val="0"/>
              </a:spcAft>
              <a:buSzPts val="2560"/>
              <a:buChar char="●"/>
            </a:pPr>
            <a:r>
              <a:rPr lang="en-US"/>
              <a:t>Sentiment Analysis</a:t>
            </a:r>
            <a:endParaRPr/>
          </a:p>
          <a:p>
            <a:pPr indent="-342900" lvl="0" marL="342900" rtl="0" algn="l">
              <a:spcBef>
                <a:spcPts val="640"/>
              </a:spcBef>
              <a:spcAft>
                <a:spcPts val="0"/>
              </a:spcAft>
              <a:buSzPts val="2560"/>
              <a:buChar char="●"/>
            </a:pPr>
            <a:r>
              <a:rPr lang="en-US"/>
              <a:t>Delivering personalized customer experience</a:t>
            </a:r>
            <a:endParaRPr/>
          </a:p>
          <a:p>
            <a:pPr indent="-342900" lvl="0" marL="342900" rtl="0" algn="l">
              <a:spcBef>
                <a:spcPts val="640"/>
              </a:spcBef>
              <a:spcAft>
                <a:spcPts val="0"/>
              </a:spcAft>
              <a:buSzPts val="2560"/>
              <a:buChar char="●"/>
            </a:pPr>
            <a:r>
              <a:rPr lang="en-US"/>
              <a:t>Preventing customer churn</a:t>
            </a:r>
            <a:endParaRPr/>
          </a:p>
          <a:p>
            <a:pPr indent="-342900" lvl="0" marL="342900" rtl="0" algn="l">
              <a:spcBef>
                <a:spcPts val="640"/>
              </a:spcBef>
              <a:spcAft>
                <a:spcPts val="0"/>
              </a:spcAft>
              <a:buSzPts val="2560"/>
              <a:buChar char="●"/>
            </a:pPr>
            <a:r>
              <a:rPr lang="en-US"/>
              <a:t>Genomic Research</a:t>
            </a:r>
            <a:endParaRPr/>
          </a:p>
        </p:txBody>
      </p:sp>
      <p:sp>
        <p:nvSpPr>
          <p:cNvPr id="302" name="Google Shape;302;p25"/>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303" name="Google Shape;303;p25"/>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6"/>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How is Big Data Used</a:t>
            </a:r>
            <a:endParaRPr b="1"/>
          </a:p>
        </p:txBody>
      </p:sp>
      <p:sp>
        <p:nvSpPr>
          <p:cNvPr id="309" name="Google Shape;309;p26"/>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60"/>
              <a:buChar char="●"/>
            </a:pPr>
            <a:r>
              <a:rPr lang="en-US"/>
              <a:t>Understanding and Targeting Customers</a:t>
            </a:r>
            <a:endParaRPr/>
          </a:p>
          <a:p>
            <a:pPr indent="-342900" lvl="0" marL="342900" rtl="0" algn="l">
              <a:spcBef>
                <a:spcPts val="640"/>
              </a:spcBef>
              <a:spcAft>
                <a:spcPts val="0"/>
              </a:spcAft>
              <a:buSzPts val="2560"/>
              <a:buChar char="●"/>
            </a:pPr>
            <a:r>
              <a:rPr lang="en-US"/>
              <a:t>Understanding and Optimizing Business Processes</a:t>
            </a:r>
            <a:endParaRPr/>
          </a:p>
          <a:p>
            <a:pPr indent="-342900" lvl="0" marL="342900" rtl="0" algn="l">
              <a:spcBef>
                <a:spcPts val="640"/>
              </a:spcBef>
              <a:spcAft>
                <a:spcPts val="0"/>
              </a:spcAft>
              <a:buSzPts val="2560"/>
              <a:buChar char="●"/>
            </a:pPr>
            <a:r>
              <a:rPr lang="en-US"/>
              <a:t>Improving Sports Performance</a:t>
            </a:r>
            <a:endParaRPr/>
          </a:p>
          <a:p>
            <a:pPr indent="-342900" lvl="0" marL="342900" rtl="0" algn="l">
              <a:spcBef>
                <a:spcPts val="640"/>
              </a:spcBef>
              <a:spcAft>
                <a:spcPts val="0"/>
              </a:spcAft>
              <a:buSzPts val="2560"/>
              <a:buChar char="●"/>
            </a:pPr>
            <a:r>
              <a:rPr lang="en-US"/>
              <a:t>Improving and Optimizing Cities and Countries</a:t>
            </a:r>
            <a:endParaRPr/>
          </a:p>
          <a:p>
            <a:pPr indent="-342900" lvl="0" marL="342900" rtl="0" algn="l">
              <a:spcBef>
                <a:spcPts val="640"/>
              </a:spcBef>
              <a:spcAft>
                <a:spcPts val="0"/>
              </a:spcAft>
              <a:buSzPts val="2560"/>
              <a:buChar char="●"/>
            </a:pPr>
            <a:r>
              <a:rPr lang="en-US"/>
              <a:t>Improving Healthcare and Public Health</a:t>
            </a:r>
            <a:endParaRPr/>
          </a:p>
          <a:p>
            <a:pPr indent="0" lvl="0" marL="0" rtl="0" algn="l">
              <a:spcBef>
                <a:spcPts val="560"/>
              </a:spcBef>
              <a:spcAft>
                <a:spcPts val="0"/>
              </a:spcAft>
              <a:buSzPts val="2240"/>
              <a:buFont typeface="Noto Sans Symbols"/>
              <a:buNone/>
            </a:pPr>
            <a:r>
              <a:rPr lang="en-US" sz="2800" u="sng">
                <a:solidFill>
                  <a:schemeClr val="hlink"/>
                </a:solidFill>
                <a:hlinkClick r:id="rId3"/>
              </a:rPr>
              <a:t>https://www.bernardmarr.com/default.asp?contentID=1076</a:t>
            </a:r>
            <a:endParaRPr sz="2800"/>
          </a:p>
        </p:txBody>
      </p:sp>
      <p:sp>
        <p:nvSpPr>
          <p:cNvPr id="310" name="Google Shape;310;p26"/>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311" name="Google Shape;311;p26"/>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7"/>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Big Data in Practice</a:t>
            </a:r>
            <a:endParaRPr/>
          </a:p>
        </p:txBody>
      </p:sp>
      <p:sp>
        <p:nvSpPr>
          <p:cNvPr id="317" name="Google Shape;317;p27"/>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318" name="Google Shape;318;p27"/>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pic>
        <p:nvPicPr>
          <p:cNvPr id="319" name="Google Shape;319;p27"/>
          <p:cNvPicPr preferRelativeResize="0"/>
          <p:nvPr>
            <p:ph idx="1" type="body"/>
          </p:nvPr>
        </p:nvPicPr>
        <p:blipFill rotWithShape="1">
          <a:blip r:embed="rId3">
            <a:alphaModFix/>
          </a:blip>
          <a:srcRect b="0" l="0" r="0" t="0"/>
          <a:stretch/>
        </p:blipFill>
        <p:spPr>
          <a:xfrm>
            <a:off x="2438400" y="1546225"/>
            <a:ext cx="3609975" cy="4222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8"/>
          <p:cNvSpPr txBox="1"/>
          <p:nvPr>
            <p:ph type="title"/>
          </p:nvPr>
        </p:nvSpPr>
        <p:spPr>
          <a:xfrm>
            <a:off x="195263" y="228600"/>
            <a:ext cx="826293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US"/>
            </a:br>
            <a:r>
              <a:rPr b="1" lang="en-US"/>
              <a:t>Big Data in COVID-19 Pandemic</a:t>
            </a:r>
            <a:br>
              <a:rPr b="1" lang="en-US"/>
            </a:br>
            <a:endParaRPr b="1"/>
          </a:p>
        </p:txBody>
      </p:sp>
      <p:sp>
        <p:nvSpPr>
          <p:cNvPr id="325" name="Google Shape;325;p28"/>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sz="2800"/>
              <a:t>Identification of infected cases</a:t>
            </a:r>
            <a:endParaRPr/>
          </a:p>
          <a:p>
            <a:pPr indent="-342900" lvl="0" marL="342900" rtl="0" algn="l">
              <a:spcBef>
                <a:spcPts val="560"/>
              </a:spcBef>
              <a:spcAft>
                <a:spcPts val="0"/>
              </a:spcAft>
              <a:buSzPts val="2240"/>
              <a:buChar char="●"/>
            </a:pPr>
            <a:r>
              <a:rPr lang="en-US" sz="2800"/>
              <a:t>Travel history</a:t>
            </a:r>
            <a:endParaRPr/>
          </a:p>
          <a:p>
            <a:pPr indent="-342900" lvl="0" marL="342900" rtl="0" algn="l">
              <a:spcBef>
                <a:spcPts val="560"/>
              </a:spcBef>
              <a:spcAft>
                <a:spcPts val="0"/>
              </a:spcAft>
              <a:buSzPts val="2240"/>
              <a:buChar char="●"/>
            </a:pPr>
            <a:r>
              <a:rPr lang="en-US" sz="2800"/>
              <a:t>Fever symptoms</a:t>
            </a:r>
            <a:endParaRPr/>
          </a:p>
          <a:p>
            <a:pPr indent="-342900" lvl="0" marL="342900" rtl="0" algn="l">
              <a:spcBef>
                <a:spcPts val="560"/>
              </a:spcBef>
              <a:spcAft>
                <a:spcPts val="0"/>
              </a:spcAft>
              <a:buSzPts val="2240"/>
              <a:buChar char="●"/>
            </a:pPr>
            <a:r>
              <a:rPr lang="en-US" sz="2800"/>
              <a:t>Identification of the virus at an early stage</a:t>
            </a:r>
            <a:endParaRPr/>
          </a:p>
          <a:p>
            <a:pPr indent="-342900" lvl="0" marL="342900" rtl="0" algn="l">
              <a:spcBef>
                <a:spcPts val="560"/>
              </a:spcBef>
              <a:spcAft>
                <a:spcPts val="0"/>
              </a:spcAft>
              <a:buSzPts val="2240"/>
              <a:buChar char="●"/>
            </a:pPr>
            <a:r>
              <a:rPr lang="en-US" sz="2800"/>
              <a:t>Identification and analysis of fast-moving disease</a:t>
            </a:r>
            <a:endParaRPr/>
          </a:p>
          <a:p>
            <a:pPr indent="-342900" lvl="0" marL="342900" rtl="0" algn="l">
              <a:spcBef>
                <a:spcPts val="560"/>
              </a:spcBef>
              <a:spcAft>
                <a:spcPts val="0"/>
              </a:spcAft>
              <a:buSzPts val="2240"/>
              <a:buChar char="●"/>
            </a:pPr>
            <a:r>
              <a:rPr lang="en-US" sz="2800"/>
              <a:t>Information during lockdown</a:t>
            </a:r>
            <a:endParaRPr/>
          </a:p>
          <a:p>
            <a:pPr indent="-342900" lvl="0" marL="342900" rtl="0" algn="l">
              <a:spcBef>
                <a:spcPts val="560"/>
              </a:spcBef>
              <a:spcAft>
                <a:spcPts val="0"/>
              </a:spcAft>
              <a:buSzPts val="2240"/>
              <a:buChar char="●"/>
            </a:pPr>
            <a:r>
              <a:rPr lang="en-US" sz="2800"/>
              <a:t>People entered or leaving the affected area</a:t>
            </a:r>
            <a:endParaRPr/>
          </a:p>
          <a:p>
            <a:pPr indent="-342900" lvl="0" marL="342900" rtl="0" algn="l">
              <a:spcBef>
                <a:spcPts val="560"/>
              </a:spcBef>
              <a:spcAft>
                <a:spcPts val="0"/>
              </a:spcAft>
              <a:buSzPts val="2240"/>
              <a:buChar char="●"/>
            </a:pPr>
            <a:r>
              <a:rPr lang="en-US" sz="2800"/>
              <a:t>Faster development of medical treatments</a:t>
            </a:r>
            <a:endParaRPr/>
          </a:p>
          <a:p>
            <a:pPr indent="0" lvl="0" marL="0" rtl="0" algn="l">
              <a:spcBef>
                <a:spcPts val="560"/>
              </a:spcBef>
              <a:spcAft>
                <a:spcPts val="0"/>
              </a:spcAft>
              <a:buSzPts val="2240"/>
              <a:buNone/>
            </a:pPr>
            <a:r>
              <a:t/>
            </a:r>
            <a:endParaRPr sz="2800"/>
          </a:p>
          <a:p>
            <a:pPr indent="-200660" lvl="0" marL="342900" rtl="0" algn="l">
              <a:spcBef>
                <a:spcPts val="560"/>
              </a:spcBef>
              <a:spcAft>
                <a:spcPts val="0"/>
              </a:spcAft>
              <a:buSzPts val="2240"/>
              <a:buNone/>
            </a:pPr>
            <a:r>
              <a:t/>
            </a:r>
            <a:endParaRPr sz="2800"/>
          </a:p>
          <a:p>
            <a:pPr indent="-200660" lvl="0" marL="342900" rtl="0" algn="l">
              <a:spcBef>
                <a:spcPts val="560"/>
              </a:spcBef>
              <a:spcAft>
                <a:spcPts val="0"/>
              </a:spcAft>
              <a:buSzPts val="2240"/>
              <a:buNone/>
            </a:pPr>
            <a:r>
              <a:t/>
            </a:r>
            <a:endParaRPr sz="2800"/>
          </a:p>
          <a:p>
            <a:pPr indent="-200660" lvl="0" marL="342900" rtl="0" algn="l">
              <a:spcBef>
                <a:spcPts val="560"/>
              </a:spcBef>
              <a:spcAft>
                <a:spcPts val="0"/>
              </a:spcAft>
              <a:buSzPts val="2240"/>
              <a:buNone/>
            </a:pPr>
            <a:r>
              <a:t/>
            </a:r>
            <a:endParaRPr sz="2800"/>
          </a:p>
        </p:txBody>
      </p:sp>
      <p:sp>
        <p:nvSpPr>
          <p:cNvPr id="326" name="Google Shape;326;p28"/>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327" name="Google Shape;327;p28"/>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9"/>
          <p:cNvSpPr txBox="1"/>
          <p:nvPr>
            <p:ph type="title"/>
          </p:nvPr>
        </p:nvSpPr>
        <p:spPr>
          <a:xfrm>
            <a:off x="195263" y="152400"/>
            <a:ext cx="8262937" cy="1066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US"/>
            </a:br>
            <a:r>
              <a:rPr b="1" lang="en-US"/>
              <a:t>Role Of Big Data In The Fight Against COVID-19</a:t>
            </a:r>
            <a:br>
              <a:rPr b="1" lang="en-US"/>
            </a:br>
            <a:endParaRPr/>
          </a:p>
        </p:txBody>
      </p:sp>
      <p:sp>
        <p:nvSpPr>
          <p:cNvPr id="333" name="Google Shape;333;p29"/>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60"/>
              <a:buChar char="●"/>
            </a:pPr>
            <a:r>
              <a:rPr lang="en-US"/>
              <a:t>China’s Surveillance Infrastructure Used to Track Exposed People</a:t>
            </a:r>
            <a:endParaRPr/>
          </a:p>
          <a:p>
            <a:pPr indent="-342900" lvl="0" marL="342900" rtl="0" algn="l">
              <a:spcBef>
                <a:spcPts val="640"/>
              </a:spcBef>
              <a:spcAft>
                <a:spcPts val="0"/>
              </a:spcAft>
              <a:buSzPts val="2560"/>
              <a:buChar char="●"/>
            </a:pPr>
            <a:r>
              <a:rPr lang="en-US"/>
              <a:t>Mobile App for Contact Tracing</a:t>
            </a:r>
            <a:endParaRPr/>
          </a:p>
          <a:p>
            <a:pPr indent="-342900" lvl="0" marL="342900" rtl="0" algn="l">
              <a:spcBef>
                <a:spcPts val="640"/>
              </a:spcBef>
              <a:spcAft>
                <a:spcPts val="0"/>
              </a:spcAft>
              <a:buSzPts val="2560"/>
              <a:buChar char="●"/>
            </a:pPr>
            <a:r>
              <a:rPr lang="en-US"/>
              <a:t>Official Dashboards Track the Virus and Outbreak Analytics</a:t>
            </a:r>
            <a:endParaRPr/>
          </a:p>
          <a:p>
            <a:pPr indent="-342900" lvl="0" marL="342900" rtl="0" algn="l">
              <a:spcBef>
                <a:spcPts val="640"/>
              </a:spcBef>
              <a:spcAft>
                <a:spcPts val="0"/>
              </a:spcAft>
              <a:buSzPts val="2560"/>
              <a:buChar char="●"/>
            </a:pPr>
            <a:r>
              <a:rPr lang="en-US"/>
              <a:t>Big Data Analytics and Successes in Taiwan</a:t>
            </a:r>
            <a:endParaRPr/>
          </a:p>
          <a:p>
            <a:pPr indent="0" lvl="0" marL="0" rtl="0" algn="l">
              <a:spcBef>
                <a:spcPts val="400"/>
              </a:spcBef>
              <a:spcAft>
                <a:spcPts val="0"/>
              </a:spcAft>
              <a:buSzPts val="1600"/>
              <a:buFont typeface="Noto Sans Symbols"/>
              <a:buNone/>
            </a:pPr>
            <a:r>
              <a:rPr lang="en-US" sz="2000" u="sng">
                <a:solidFill>
                  <a:schemeClr val="hlink"/>
                </a:solidFill>
                <a:hlinkClick r:id="rId3"/>
              </a:rPr>
              <a:t>https://www.linkedin.com/pulse/vital-role-big-data-fight-against-covid-19-coronavirus-bernard-marr</a:t>
            </a:r>
            <a:endParaRPr sz="2000"/>
          </a:p>
        </p:txBody>
      </p:sp>
      <p:sp>
        <p:nvSpPr>
          <p:cNvPr id="334" name="Google Shape;334;p29"/>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335" name="Google Shape;335;p29"/>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0"/>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Scope of Big Data</a:t>
            </a:r>
            <a:endParaRPr/>
          </a:p>
        </p:txBody>
      </p:sp>
      <p:sp>
        <p:nvSpPr>
          <p:cNvPr id="341" name="Google Shape;341;p30"/>
          <p:cNvSpPr txBox="1"/>
          <p:nvPr>
            <p:ph idx="1" type="body"/>
          </p:nvPr>
        </p:nvSpPr>
        <p:spPr>
          <a:xfrm>
            <a:off x="609600" y="1295400"/>
            <a:ext cx="7924800" cy="4419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60"/>
              <a:buChar char="●"/>
            </a:pPr>
            <a:r>
              <a:rPr lang="en-US"/>
              <a:t>Increasing demand for Data Analytics</a:t>
            </a:r>
            <a:endParaRPr/>
          </a:p>
          <a:p>
            <a:pPr indent="-342900" lvl="0" marL="342900" rtl="0" algn="l">
              <a:spcBef>
                <a:spcPts val="640"/>
              </a:spcBef>
              <a:spcAft>
                <a:spcPts val="0"/>
              </a:spcAft>
              <a:buSzPts val="2560"/>
              <a:buChar char="●"/>
            </a:pPr>
            <a:r>
              <a:rPr lang="en-US"/>
              <a:t>Increasing enterprise adoption of Big Data</a:t>
            </a:r>
            <a:endParaRPr/>
          </a:p>
          <a:p>
            <a:pPr indent="-342900" lvl="0" marL="342900" rtl="0" algn="l">
              <a:spcBef>
                <a:spcPts val="640"/>
              </a:spcBef>
              <a:spcAft>
                <a:spcPts val="0"/>
              </a:spcAft>
              <a:buSzPts val="2560"/>
              <a:buChar char="●"/>
            </a:pPr>
            <a:r>
              <a:rPr lang="en-US"/>
              <a:t>Big Data finds application across various parallels of the industry</a:t>
            </a:r>
            <a:endParaRPr/>
          </a:p>
          <a:p>
            <a:pPr indent="-342900" lvl="0" marL="342900" rtl="0" algn="l">
              <a:spcBef>
                <a:spcPts val="640"/>
              </a:spcBef>
              <a:spcAft>
                <a:spcPts val="0"/>
              </a:spcAft>
              <a:buSzPts val="2560"/>
              <a:buChar char="●"/>
            </a:pPr>
            <a:r>
              <a:rPr lang="en-US"/>
              <a:t>Huge Job Opportunities &amp; Meeting the Skill Gap</a:t>
            </a:r>
            <a:endParaRPr/>
          </a:p>
          <a:p>
            <a:pPr indent="-342900" lvl="0" marL="342900" rtl="0" algn="l">
              <a:spcBef>
                <a:spcPts val="640"/>
              </a:spcBef>
              <a:spcAft>
                <a:spcPts val="0"/>
              </a:spcAft>
              <a:buSzPts val="2560"/>
              <a:buChar char="●"/>
            </a:pPr>
            <a:r>
              <a:rPr lang="en-US"/>
              <a:t>Promises exponential salary growth</a:t>
            </a:r>
            <a:endParaRPr/>
          </a:p>
          <a:p>
            <a:pPr indent="-342900" lvl="0" marL="342900" rtl="0" algn="l">
              <a:spcBef>
                <a:spcPts val="640"/>
              </a:spcBef>
              <a:spcAft>
                <a:spcPts val="0"/>
              </a:spcAft>
              <a:buSzPts val="2560"/>
              <a:buChar char="●"/>
            </a:pPr>
            <a:r>
              <a:rPr lang="en-US"/>
              <a:t>Key Decision-Making Power</a:t>
            </a:r>
            <a:endParaRPr/>
          </a:p>
        </p:txBody>
      </p:sp>
      <p:sp>
        <p:nvSpPr>
          <p:cNvPr id="342" name="Google Shape;342;p30"/>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343" name="Google Shape;343;p30"/>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1"/>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Challenges of Big Data</a:t>
            </a:r>
            <a:endParaRPr/>
          </a:p>
        </p:txBody>
      </p:sp>
      <p:sp>
        <p:nvSpPr>
          <p:cNvPr id="349" name="Google Shape;349;p31"/>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60"/>
              <a:buChar char="●"/>
            </a:pPr>
            <a:r>
              <a:rPr lang="en-US"/>
              <a:t>Dealing with data growth</a:t>
            </a:r>
            <a:endParaRPr/>
          </a:p>
          <a:p>
            <a:pPr indent="-342900" lvl="0" marL="342900" rtl="0" algn="l">
              <a:spcBef>
                <a:spcPts val="640"/>
              </a:spcBef>
              <a:spcAft>
                <a:spcPts val="0"/>
              </a:spcAft>
              <a:buSzPts val="2560"/>
              <a:buChar char="●"/>
            </a:pPr>
            <a:r>
              <a:rPr lang="en-US"/>
              <a:t>Generating insights in a timely manner</a:t>
            </a:r>
            <a:endParaRPr/>
          </a:p>
          <a:p>
            <a:pPr indent="-342900" lvl="0" marL="342900" rtl="0" algn="l">
              <a:spcBef>
                <a:spcPts val="640"/>
              </a:spcBef>
              <a:spcAft>
                <a:spcPts val="0"/>
              </a:spcAft>
              <a:buSzPts val="2560"/>
              <a:buChar char="●"/>
            </a:pPr>
            <a:r>
              <a:rPr lang="en-US"/>
              <a:t>Recruiting and retaining big data talent</a:t>
            </a:r>
            <a:endParaRPr/>
          </a:p>
          <a:p>
            <a:pPr indent="-342900" lvl="0" marL="342900" rtl="0" algn="l">
              <a:spcBef>
                <a:spcPts val="640"/>
              </a:spcBef>
              <a:spcAft>
                <a:spcPts val="0"/>
              </a:spcAft>
              <a:buSzPts val="2560"/>
              <a:buChar char="●"/>
            </a:pPr>
            <a:r>
              <a:rPr lang="en-US"/>
              <a:t>Integrating disparate data sources</a:t>
            </a:r>
            <a:endParaRPr/>
          </a:p>
          <a:p>
            <a:pPr indent="-342900" lvl="0" marL="342900" rtl="0" algn="l">
              <a:spcBef>
                <a:spcPts val="640"/>
              </a:spcBef>
              <a:spcAft>
                <a:spcPts val="0"/>
              </a:spcAft>
              <a:buSzPts val="2560"/>
              <a:buChar char="●"/>
            </a:pPr>
            <a:r>
              <a:rPr lang="en-US"/>
              <a:t>Securing big data</a:t>
            </a:r>
            <a:endParaRPr/>
          </a:p>
          <a:p>
            <a:pPr indent="-342900" lvl="0" marL="342900" rtl="0" algn="l">
              <a:spcBef>
                <a:spcPts val="640"/>
              </a:spcBef>
              <a:spcAft>
                <a:spcPts val="0"/>
              </a:spcAft>
              <a:buSzPts val="2560"/>
              <a:buChar char="●"/>
            </a:pPr>
            <a:r>
              <a:rPr lang="en-US"/>
              <a:t>Organizational resistance</a:t>
            </a:r>
            <a:endParaRPr/>
          </a:p>
          <a:p>
            <a:pPr indent="-180340" lvl="0" marL="342900" rtl="0" algn="l">
              <a:spcBef>
                <a:spcPts val="640"/>
              </a:spcBef>
              <a:spcAft>
                <a:spcPts val="0"/>
              </a:spcAft>
              <a:buSzPts val="2560"/>
              <a:buNone/>
            </a:pPr>
            <a:r>
              <a:t/>
            </a:r>
            <a:endParaRPr/>
          </a:p>
        </p:txBody>
      </p:sp>
      <p:sp>
        <p:nvSpPr>
          <p:cNvPr id="350" name="Google Shape;350;p31"/>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a:p>
        </p:txBody>
      </p:sp>
      <p:sp>
        <p:nvSpPr>
          <p:cNvPr id="351" name="Google Shape;351;p31"/>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2"/>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Summary</a:t>
            </a:r>
            <a:endParaRPr/>
          </a:p>
        </p:txBody>
      </p:sp>
      <p:sp>
        <p:nvSpPr>
          <p:cNvPr id="357" name="Google Shape;357;p32"/>
          <p:cNvSpPr txBox="1"/>
          <p:nvPr>
            <p:ph idx="1" type="body"/>
          </p:nvPr>
        </p:nvSpPr>
        <p:spPr>
          <a:xfrm>
            <a:off x="609600" y="1600200"/>
            <a:ext cx="7924800" cy="4419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560"/>
              <a:buChar char="●"/>
            </a:pPr>
            <a:r>
              <a:rPr lang="en-US"/>
              <a:t>Big data is a big research area currently</a:t>
            </a:r>
            <a:endParaRPr/>
          </a:p>
          <a:p>
            <a:pPr indent="-285750" lvl="1" marL="742950" rtl="0" algn="l">
              <a:spcBef>
                <a:spcPts val="560"/>
              </a:spcBef>
              <a:spcAft>
                <a:spcPts val="0"/>
              </a:spcAft>
              <a:buSzPts val="1960"/>
              <a:buChar char="●"/>
            </a:pPr>
            <a:r>
              <a:rPr lang="en-US"/>
              <a:t>The data generated will not be going away anytime soon, so need an effectively way of handling it</a:t>
            </a:r>
            <a:endParaRPr/>
          </a:p>
          <a:p>
            <a:pPr indent="-342900" lvl="0" marL="342900" rtl="0" algn="l">
              <a:spcBef>
                <a:spcPts val="640"/>
              </a:spcBef>
              <a:spcAft>
                <a:spcPts val="0"/>
              </a:spcAft>
              <a:buSzPts val="2560"/>
              <a:buChar char="●"/>
            </a:pPr>
            <a:r>
              <a:rPr lang="en-US"/>
              <a:t>We have looked at the various Vs associated with Big Data</a:t>
            </a:r>
            <a:endParaRPr/>
          </a:p>
          <a:p>
            <a:pPr indent="-342900" lvl="0" marL="342900" rtl="0" algn="l">
              <a:spcBef>
                <a:spcPts val="640"/>
              </a:spcBef>
              <a:spcAft>
                <a:spcPts val="0"/>
              </a:spcAft>
              <a:buSzPts val="2560"/>
              <a:buChar char="●"/>
            </a:pPr>
            <a:r>
              <a:rPr lang="en-US"/>
              <a:t>Many more can be found online!</a:t>
            </a:r>
            <a:endParaRPr/>
          </a:p>
        </p:txBody>
      </p:sp>
      <p:sp>
        <p:nvSpPr>
          <p:cNvPr id="358" name="Google Shape;358;p32"/>
          <p:cNvSpPr txBox="1"/>
          <p:nvPr>
            <p:ph idx="12" type="sldNum"/>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59" name="Google Shape;359;p32"/>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Big Data | Jnaneshwar Bohara</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3"/>
          <p:cNvSpPr txBox="1"/>
          <p:nvPr>
            <p:ph type="title"/>
          </p:nvPr>
        </p:nvSpPr>
        <p:spPr>
          <a:xfrm>
            <a:off x="195263" y="228600"/>
            <a:ext cx="801528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US" sz="4400"/>
            </a:br>
            <a:r>
              <a:rPr b="1" lang="en-US" sz="4400"/>
              <a:t>Thank You !</a:t>
            </a:r>
            <a:br>
              <a:rPr b="1" lang="en-US" sz="4400"/>
            </a:br>
            <a:endParaRPr/>
          </a:p>
        </p:txBody>
      </p:sp>
      <p:sp>
        <p:nvSpPr>
          <p:cNvPr id="365" name="Google Shape;365;p33"/>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Big Data | Jnaneshwar Bohara</a:t>
            </a:r>
            <a:endParaRPr sz="1200">
              <a:solidFill>
                <a:schemeClr val="dk1"/>
              </a:solidFill>
              <a:latin typeface="Arial"/>
              <a:ea typeface="Arial"/>
              <a:cs typeface="Arial"/>
              <a:sym typeface="Arial"/>
            </a:endParaRPr>
          </a:p>
        </p:txBody>
      </p:sp>
      <p:sp>
        <p:nvSpPr>
          <p:cNvPr id="366" name="Google Shape;366;p33"/>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Black"/>
                <a:ea typeface="Arial Black"/>
                <a:cs typeface="Arial Black"/>
                <a:sym typeface="Arial Black"/>
              </a:rPr>
              <a:t>‹#›</a:t>
            </a:fld>
            <a:endParaRPr sz="1200">
              <a:solidFill>
                <a:schemeClr val="dk1"/>
              </a:solidFill>
              <a:latin typeface="Arial Black"/>
              <a:ea typeface="Arial Black"/>
              <a:cs typeface="Arial Black"/>
              <a:sym typeface="Arial Black"/>
            </a:endParaRPr>
          </a:p>
        </p:txBody>
      </p:sp>
      <p:pic>
        <p:nvPicPr>
          <p:cNvPr id="367" name="Google Shape;367;p33"/>
          <p:cNvPicPr preferRelativeResize="0"/>
          <p:nvPr/>
        </p:nvPicPr>
        <p:blipFill rotWithShape="1">
          <a:blip r:embed="rId3">
            <a:alphaModFix/>
          </a:blip>
          <a:srcRect b="0" l="0" r="0" t="0"/>
          <a:stretch/>
        </p:blipFill>
        <p:spPr>
          <a:xfrm>
            <a:off x="2552700" y="1352550"/>
            <a:ext cx="3962400" cy="4629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adial">
  <a:themeElements>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2005-12-27T07:53:47Z</dcterms:created>
  <dc:creator>FSKTM</dc:creator>
</cp:coreProperties>
</file>